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82" r:id="rId7"/>
    <p:sldId id="283" r:id="rId8"/>
    <p:sldId id="284" r:id="rId9"/>
    <p:sldId id="285" r:id="rId10"/>
    <p:sldId id="259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79" r:id="rId23"/>
    <p:sldId id="281" r:id="rId24"/>
    <p:sldId id="297" r:id="rId25"/>
    <p:sldId id="280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5T17:21:07.573" v="863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5T17:08:53.581" v="861" actId="20577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5T17:08:53.581" v="861" actId="20577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del mod setBg">
        <pc:chgData name="Pelletier, Xavier" userId="22aaddba-8680-46ca-85c7-44db858b683d" providerId="ADAL" clId="{4ECAEDD1-DC4B-4236-9B98-EAB710DDB7D3}" dt="2026-05-25T17:06:29.662" v="803" actId="4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ord setBg">
        <pc:chgData name="Pelletier, Xavier" userId="22aaddba-8680-46ca-85c7-44db858b683d" providerId="ADAL" clId="{4ECAEDD1-DC4B-4236-9B98-EAB710DDB7D3}" dt="2026-05-25T17:21:07.573" v="863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del mod ord">
        <pc:chgData name="Pelletier, Xavier" userId="22aaddba-8680-46ca-85c7-44db858b683d" providerId="ADAL" clId="{4ECAEDD1-DC4B-4236-9B98-EAB710DDB7D3}" dt="2026-05-25T17:06:29.662" v="803" actId="47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del mod or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 del">
        <pc:chgData name="Pelletier, Xavier" userId="22aaddba-8680-46ca-85c7-44db858b683d" providerId="ADAL" clId="{4ECAEDD1-DC4B-4236-9B98-EAB710DDB7D3}" dt="2026-05-25T17:06:29.662" v="803" actId="47"/>
        <pc:sldMkLst>
          <pc:docMk/>
          <pc:sldMk cId="148604876" sldId="270"/>
        </pc:sldMkLst>
      </pc:sldChg>
      <pc:sldChg chg="add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delSp modSp add mod ord setBg">
        <pc:chgData name="Pelletier, Xavier" userId="22aaddba-8680-46ca-85c7-44db858b683d" providerId="ADAL" clId="{4ECAEDD1-DC4B-4236-9B98-EAB710DDB7D3}" dt="2026-05-25T17:08:16.856" v="833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10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1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3" creationId="{64053CBF-3932-45FF-8285-EE5146085F3A}"/>
          </ac:spMkLst>
        </pc:spChg>
        <pc:grpChg chg="add del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12" creationId="{DAA26DFA-AAB2-4973-9C17-16D587C7B198}"/>
          </ac:grpSpMkLst>
        </pc:grpChg>
        <pc:grpChg chg="add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25" creationId="{2E751C04-BEA6-446B-A678-9C74819EBD4C}"/>
          </ac:grpSpMkLst>
        </pc:grpChg>
        <pc:grpChg chg="add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31" creationId="{B63ACBA3-DEFD-4C6D-BBA0-64468FA99C2D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5T17:08:02.802" v="829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6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1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3" creationId="{64053CBF-3932-45FF-8285-EE5146085F3A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 del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12" creationId="{DAA26DFA-AAB2-4973-9C17-16D587C7B198}"/>
          </ac:grpSpMkLst>
        </pc:grpChg>
        <pc:grpChg chg="add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25" creationId="{2E751C04-BEA6-446B-A678-9C74819EBD4C}"/>
          </ac:grpSpMkLst>
        </pc:grpChg>
        <pc:grpChg chg="add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31" creationId="{B63ACBA3-DEFD-4C6D-BBA0-64468FA99C2D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  <pc:sldChg chg="addSp delSp modSp mod ord">
        <pc:chgData name="Pelletier, Xavier" userId="22aaddba-8680-46ca-85c7-44db858b683d" providerId="ADAL" clId="{4ECAEDD1-DC4B-4236-9B98-EAB710DDB7D3}" dt="2026-05-25T17:08:00.070" v="828" actId="26606"/>
        <pc:sldMkLst>
          <pc:docMk/>
          <pc:sldMk cId="74909326" sldId="281"/>
        </pc:sldMkLst>
        <pc:spChg chg="mo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" creationId="{5E1A3504-3D36-4373-DB6B-0A5B4CF572FA}"/>
          </ac:spMkLst>
        </pc:spChg>
        <pc:spChg chg="mo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3" creationId="{5F813290-1677-6F1D-85F5-DD9DF40B2908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8" creationId="{09588DA8-065E-4F6F-8EFD-43104AB2E0CF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0" creationId="{C4285719-470E-454C-AF62-8323075F1F5B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2" creationId="{CD9FE4EF-C4D8-49A0-B2FF-81D8DB7D8A24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4" creationId="{4300840D-0A0B-4512-BACA-B439D5B9C57C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8" creationId="{38FAA1A1-D861-433F-88FA-1E9D6FD31D11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0" creationId="{8D71EDA1-87BF-4D5D-AB79-F346FD19278A}"/>
          </ac:spMkLst>
        </pc:spChg>
        <pc:spChg chg="ad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5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7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6:54.510" v="807" actId="26606"/>
        <pc:sldMkLst>
          <pc:docMk/>
          <pc:sldMk cId="3040778107" sldId="282"/>
        </pc:sldMkLst>
        <pc:spChg chg="mo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3" creationId="{242566C1-C54E-C990-B945-7FB9DCC53588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6:58.641" v="808" actId="26606"/>
        <pc:sldMkLst>
          <pc:docMk/>
          <pc:sldMk cId="789218725" sldId="283"/>
        </pc:sldMkLst>
        <pc:spChg chg="mo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3" creationId="{480EE006-C64C-89BE-4FEE-7D4A9B1F0CBF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01.395" v="809" actId="26606"/>
        <pc:sldMkLst>
          <pc:docMk/>
          <pc:sldMk cId="714449467" sldId="284"/>
        </pc:sldMkLst>
        <pc:spChg chg="mo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3" creationId="{69F486B3-6605-3E82-9D37-5FB90452198E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04.945" v="810" actId="26606"/>
        <pc:sldMkLst>
          <pc:docMk/>
          <pc:sldMk cId="3783817818" sldId="285"/>
        </pc:sldMkLst>
        <pc:spChg chg="mo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3" creationId="{A7D4E4AE-7827-6215-FB10-CDD654FE1271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5" creationId="{64053CBF-3932-45FF-8285-EE5146085F3A}"/>
          </ac:spMkLst>
        </pc:spChg>
      </pc:sldChg>
      <pc:sldChg chg="addSp delSp modSp mod addAnim">
        <pc:chgData name="Pelletier, Xavier" userId="22aaddba-8680-46ca-85c7-44db858b683d" providerId="ADAL" clId="{4ECAEDD1-DC4B-4236-9B98-EAB710DDB7D3}" dt="2026-05-25T17:06:50.370" v="806"/>
        <pc:sldMkLst>
          <pc:docMk/>
          <pc:sldMk cId="3030413527" sldId="286"/>
        </pc:sldMkLst>
        <pc:spChg chg="mo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" creationId="{4B044438-45E9-A3FF-A28C-266C89F2E4BE}"/>
          </ac:spMkLst>
        </pc:spChg>
        <pc:spChg chg="del">
          <ac:chgData name="Pelletier, Xavier" userId="22aaddba-8680-46ca-85c7-44db858b683d" providerId="ADAL" clId="{4ECAEDD1-DC4B-4236-9B98-EAB710DDB7D3}" dt="2026-05-25T17:06:46.349" v="804" actId="478"/>
          <ac:spMkLst>
            <pc:docMk/>
            <pc:sldMk cId="3030413527" sldId="286"/>
            <ac:spMk id="3" creationId="{B617EEC2-0A26-59E4-3B01-A49FF3C933E2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3" creationId="{A8DB9CD9-59B1-4D73-BC4C-98796A48EF9B}"/>
          </ac:spMkLst>
        </pc:spChg>
        <pc:spChg chg="ad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5" creationId="{8874A6A9-41FF-4E33-AFA8-F9F81436A59E}"/>
          </ac:spMkLst>
        </pc:spChg>
        <pc:grpChg chg="add">
          <ac:chgData name="Pelletier, Xavier" userId="22aaddba-8680-46ca-85c7-44db858b683d" providerId="ADAL" clId="{4ECAEDD1-DC4B-4236-9B98-EAB710DDB7D3}" dt="2026-05-25T17:06:50.368" v="805" actId="26606"/>
          <ac:grpSpMkLst>
            <pc:docMk/>
            <pc:sldMk cId="3030413527" sldId="286"/>
            <ac:grpSpMk id="27" creationId="{721D730E-1F97-4071-B143-B05E6D2599BC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17:07:09.202" v="811" actId="26606"/>
        <pc:sldMkLst>
          <pc:docMk/>
          <pc:sldMk cId="19196841" sldId="287"/>
        </pc:sldMkLst>
        <pc:spChg chg="mo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3" creationId="{F52AFA30-E95F-1911-5FA4-349B147FBACF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13.646" v="812" actId="26606"/>
        <pc:sldMkLst>
          <pc:docMk/>
          <pc:sldMk cId="3878535886" sldId="288"/>
        </pc:sldMkLst>
        <pc:spChg chg="mo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3" creationId="{F2E72658-578E-8010-30C3-162D2F7DF700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17.272" v="813" actId="26606"/>
        <pc:sldMkLst>
          <pc:docMk/>
          <pc:sldMk cId="2546630341" sldId="289"/>
        </pc:sldMkLst>
        <pc:spChg chg="mo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3" creationId="{2437476F-5E8D-6AB1-5EC8-A316C4E3B2C8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5" creationId="{64053CBF-3932-45FF-8285-EE5146085F3A}"/>
          </ac:spMkLst>
        </pc:spChg>
      </pc:sldChg>
      <pc:sldChg chg="addSp delSp modSp mod addAnim">
        <pc:chgData name="Pelletier, Xavier" userId="22aaddba-8680-46ca-85c7-44db858b683d" providerId="ADAL" clId="{4ECAEDD1-DC4B-4236-9B98-EAB710DDB7D3}" dt="2026-05-25T17:07:26.486" v="817"/>
        <pc:sldMkLst>
          <pc:docMk/>
          <pc:sldMk cId="2726588638" sldId="290"/>
        </pc:sldMkLst>
        <pc:spChg chg="mo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" creationId="{FCCD56BE-3E4A-3ABE-5624-A8D51ABE73F3}"/>
          </ac:spMkLst>
        </pc:spChg>
        <pc:spChg chg="del mod">
          <ac:chgData name="Pelletier, Xavier" userId="22aaddba-8680-46ca-85c7-44db858b683d" providerId="ADAL" clId="{4ECAEDD1-DC4B-4236-9B98-EAB710DDB7D3}" dt="2026-05-25T17:07:24.092" v="815" actId="478"/>
          <ac:spMkLst>
            <pc:docMk/>
            <pc:sldMk cId="2726588638" sldId="290"/>
            <ac:spMk id="3" creationId="{F858DBAE-6385-18BB-766F-50E89D2ADE74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3" creationId="{A8DB9CD9-59B1-4D73-BC4C-98796A48EF9B}"/>
          </ac:spMkLst>
        </pc:spChg>
        <pc:spChg chg="ad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5" creationId="{8874A6A9-41FF-4E33-AFA8-F9F81436A59E}"/>
          </ac:spMkLst>
        </pc:spChg>
        <pc:grpChg chg="add">
          <ac:chgData name="Pelletier, Xavier" userId="22aaddba-8680-46ca-85c7-44db858b683d" providerId="ADAL" clId="{4ECAEDD1-DC4B-4236-9B98-EAB710DDB7D3}" dt="2026-05-25T17:07:26.484" v="816" actId="26606"/>
          <ac:grpSpMkLst>
            <pc:docMk/>
            <pc:sldMk cId="2726588638" sldId="290"/>
            <ac:grpSpMk id="27" creationId="{721D730E-1F97-4071-B143-B05E6D2599BC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17:07:29.787" v="818" actId="26606"/>
        <pc:sldMkLst>
          <pc:docMk/>
          <pc:sldMk cId="1693667234" sldId="291"/>
        </pc:sldMkLst>
        <pc:spChg chg="mo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3" creationId="{BC521E48-2EC5-FBFB-8C5A-C5232FC3C2F8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2.095" v="819" actId="26606"/>
        <pc:sldMkLst>
          <pc:docMk/>
          <pc:sldMk cId="3707230773" sldId="292"/>
        </pc:sldMkLst>
        <pc:spChg chg="mo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3" creationId="{ECEFF2C8-BE02-6083-110D-ED5A3A173992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5.600" v="820" actId="26606"/>
        <pc:sldMkLst>
          <pc:docMk/>
          <pc:sldMk cId="3947119217" sldId="293"/>
        </pc:sldMkLst>
        <pc:spChg chg="mo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3" creationId="{8CEDFECF-E02D-DD70-1745-3E53A71C524C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7.932" v="821" actId="26606"/>
        <pc:sldMkLst>
          <pc:docMk/>
          <pc:sldMk cId="4202516654" sldId="294"/>
        </pc:sldMkLst>
        <pc:spChg chg="mo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3" creationId="{0CDE9D8B-65F8-206D-9F24-C2EE1216EA0B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41.526" v="822" actId="26606"/>
        <pc:sldMkLst>
          <pc:docMk/>
          <pc:sldMk cId="2679165274" sldId="295"/>
        </pc:sldMkLst>
        <pc:spChg chg="mo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3" creationId="{6DBA5DC1-6BBD-562D-F6D3-C75AD628CA5B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50.197" v="827" actId="26606"/>
        <pc:sldMkLst>
          <pc:docMk/>
          <pc:sldMk cId="2655398823" sldId="296"/>
        </pc:sldMkLst>
        <pc:spChg chg="mo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3" creationId="{6725EB8E-8991-B6F4-3B42-2F3CD8ECFE73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5" creationId="{64053CBF-3932-45FF-8285-EE5146085F3A}"/>
          </ac:spMkLst>
        </pc:spChg>
      </pc:sldChg>
      <pc:sldChg chg="addSp delSp modSp mod ord">
        <pc:chgData name="Pelletier, Xavier" userId="22aaddba-8680-46ca-85c7-44db858b683d" providerId="ADAL" clId="{4ECAEDD1-DC4B-4236-9B98-EAB710DDB7D3}" dt="2026-05-25T17:08:11.138" v="832" actId="26606"/>
        <pc:sldMkLst>
          <pc:docMk/>
          <pc:sldMk cId="3945852697" sldId="297"/>
        </pc:sldMkLst>
        <pc:spChg chg="mo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3" creationId="{2093E778-16ED-E8A9-C68C-C1A6AAE4D9C6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5" creationId="{64053CBF-3932-45FF-8285-EE5146085F3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</a:t>
            </a:r>
            <a:r>
              <a:rPr lang="en-US" sz="2000" dirty="0" err="1">
                <a:solidFill>
                  <a:schemeClr val="tx2"/>
                </a:solidFill>
              </a:rPr>
              <a:t>Khederi</a:t>
            </a:r>
            <a:r>
              <a:rPr lang="en-US" sz="2000" dirty="0">
                <a:solidFill>
                  <a:schemeClr val="tx2"/>
                </a:solidFill>
              </a:rPr>
              <a:t>, </a:t>
            </a:r>
            <a:r>
              <a:rPr lang="en-US" sz="2000" dirty="0" err="1">
                <a:solidFill>
                  <a:schemeClr val="tx2"/>
                </a:solidFill>
              </a:rPr>
              <a:t>Glodie</a:t>
            </a:r>
            <a:r>
              <a:rPr lang="en-US" sz="2000" dirty="0">
                <a:solidFill>
                  <a:schemeClr val="tx2"/>
                </a:solidFill>
              </a:rPr>
              <a:t> Katanga, Eric </a:t>
            </a:r>
            <a:r>
              <a:rPr lang="en-US" sz="2000" dirty="0" err="1">
                <a:solidFill>
                  <a:schemeClr val="tx2"/>
                </a:solidFill>
              </a:rPr>
              <a:t>Djiben</a:t>
            </a:r>
            <a:endParaRPr lang="en-US" sz="2000" dirty="0">
              <a:solidFill>
                <a:schemeClr val="tx2"/>
              </a:solidFill>
            </a:endParaRP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158DA4CA-5546-B2D7-A7C2-70139E1E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Architecture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566C1-C54E-C990-B945-7FB9DCC53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fr-CA" sz="2000">
              <a:solidFill>
                <a:schemeClr val="tx2"/>
              </a:solidFill>
            </a:endParaRP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4077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Interface utilisateur (Frontend)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Application React (Vite), avec une navigation par rôles: client, utilisateur (employé), admin.</a:t>
            </a:r>
          </a:p>
          <a:p>
            <a:r>
              <a:rPr lang="fr-CA" sz="2000">
                <a:solidFill>
                  <a:schemeClr val="tx2"/>
                </a:solidFill>
              </a:rPr>
              <a:t>Le frontend affiche les écrans, récupère les données via API HTTP, et gère l’état de session (token, type d’utilisateur).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Serveur applicatif (Backend)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API REST Node.js avec Express.</a:t>
            </a:r>
          </a:p>
          <a:p>
            <a:r>
              <a:rPr lang="fr-CA" sz="2000">
                <a:solidFill>
                  <a:schemeClr val="tx2"/>
                </a:solidFill>
              </a:rPr>
              <a:t>Le serveur centralise la logique métier: authentification, gestion des dossiers, demandes, factures, documents, utilisateurs.</a:t>
            </a:r>
          </a:p>
          <a:p>
            <a:r>
              <a:rPr lang="fr-CA" sz="2000">
                <a:solidFill>
                  <a:schemeClr val="tx2"/>
                </a:solidFill>
              </a:rPr>
              <a:t>Le backend applique aussi les règles de sécurité (middlewares JWT + vérification des rôles).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Base de données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SQLite avec Knex pour l’accès et l’initialisation du schéma.</a:t>
            </a:r>
          </a:p>
          <a:p>
            <a:r>
              <a:rPr lang="fr-CA" sz="2000">
                <a:solidFill>
                  <a:schemeClr val="tx2"/>
                </a:solidFill>
              </a:rPr>
              <a:t>Modèle relationnel autour des entités clés: client, utilisateur, admin, dossier, type_demande, facture, document, note.</a:t>
            </a:r>
          </a:p>
          <a:p>
            <a:r>
              <a:rPr lang="fr-CA" sz="2000">
                <a:solidFill>
                  <a:schemeClr val="tx2"/>
                </a:solidFill>
              </a:rPr>
              <a:t>Initialisation automatique des tables au démarrage du serveur.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B044438-45E9-A3FF-A28C-266C89F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29" y="1764407"/>
            <a:ext cx="5760846" cy="23103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L’organisation du projet</a:t>
            </a: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03041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Partie client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composants UI, pages, routes, services d’appels API.</a:t>
            </a:r>
          </a:p>
          <a:p>
            <a:r>
              <a:rPr lang="fr-CA" sz="2000">
                <a:solidFill>
                  <a:schemeClr val="tx2"/>
                </a:solidFill>
              </a:rPr>
              <a:t>Séparation entre pages métier (dashboard, suivi, gestion demande) et utilitaires communs (auth/session/fetch).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Partie serveur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Entrée serveur (montage des routes + middlewares globaux).</a:t>
            </a:r>
          </a:p>
          <a:p>
            <a:r>
              <a:rPr lang="fr-CA" sz="2000">
                <a:solidFill>
                  <a:schemeClr val="tx2"/>
                </a:solidFill>
              </a:rPr>
              <a:t>Dossiers par domaine: routes, controllers, auth middleware, documentation API.</a:t>
            </a:r>
          </a:p>
          <a:p>
            <a:r>
              <a:rPr lang="fr-CA" sz="2000">
                <a:solidFill>
                  <a:schemeClr val="tx2"/>
                </a:solidFill>
              </a:rPr>
              <a:t>La logique est découpée par ressources métier (dossiers, demandes, factures, etc.).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Données et documentation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Schéma/initialisation de la base dans un module dédié.</a:t>
            </a:r>
          </a:p>
          <a:p>
            <a:r>
              <a:rPr lang="fr-CA" sz="2000">
                <a:solidFill>
                  <a:schemeClr val="tx2"/>
                </a:solidFill>
              </a:rPr>
              <a:t>Documentation API (Swagger/Postman) intégrée au projet.</a:t>
            </a:r>
          </a:p>
          <a:p>
            <a:r>
              <a:rPr lang="fr-CA" sz="2000">
                <a:solidFill>
                  <a:schemeClr val="tx2"/>
                </a:solidFill>
              </a:rPr>
              <a:t>Dossiers d’analyse/conception séparés pour la partie académique/fonctionnelle.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FCCD56BE-3E4A-3ABE-5624-A8D51ABE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29" y="1764407"/>
            <a:ext cx="5760846" cy="23103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Les principaux choix réalisés</a:t>
            </a: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2658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Architecture monolithique full-stack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Un seul backend Express qui sert l’API et peut aussi servir le build frontend.</a:t>
            </a:r>
          </a:p>
          <a:p>
            <a:r>
              <a:rPr lang="fr-CA" sz="2000">
                <a:solidFill>
                  <a:schemeClr val="tx2"/>
                </a:solidFill>
              </a:rPr>
              <a:t>Choix simple à déployer et adapté à un projet académique/PME.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Sécurité par JWT + rôles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Authentification stateless avec token.</a:t>
            </a:r>
          </a:p>
          <a:p>
            <a:r>
              <a:rPr lang="fr-CA" sz="2000">
                <a:solidFill>
                  <a:schemeClr val="tx2"/>
                </a:solidFill>
              </a:rPr>
              <a:t>Autorisation fine selon le rôle (client, employé, admin) et contrôle d’accès aux dossiers.</a:t>
            </a:r>
          </a:p>
          <a:p>
            <a:r>
              <a:rPr lang="fr-CA" sz="2000">
                <a:solidFill>
                  <a:schemeClr val="tx2"/>
                </a:solidFill>
              </a:rPr>
              <a:t>Permet de sécuriser les endpoints sensibles (facturation, gestion utilisateurs, etc.).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SQLite + Knex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SQLite: rapide à mettre en place, léger pour développement/prototype.</a:t>
            </a:r>
          </a:p>
          <a:p>
            <a:r>
              <a:rPr lang="fr-CA" sz="2000">
                <a:solidFill>
                  <a:schemeClr val="tx2"/>
                </a:solidFill>
              </a:rPr>
              <a:t>Knex: requêtes SQL structurées, portabilité future vers PostgreSQL/MySQL plus facile.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Frontend React avec routage par espace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Parcours utilisateur séparés selon le profil.</a:t>
            </a:r>
          </a:p>
          <a:p>
            <a:r>
              <a:rPr lang="fr-CA" sz="2000">
                <a:solidFill>
                  <a:schemeClr val="tx2"/>
                </a:solidFill>
              </a:rPr>
              <a:t>Expérience plus claire: liste de suivi d’un côté, page dédiée pour gérer une demande de l’autre.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API orientée ressources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Endpoints regroupés par domaine (demandes, dossiers, factures…).</a:t>
            </a:r>
          </a:p>
          <a:p>
            <a:r>
              <a:rPr lang="fr-CA" sz="2000">
                <a:solidFill>
                  <a:schemeClr val="tx2"/>
                </a:solidFill>
              </a:rPr>
              <a:t>Bonne lisibilité et extensibilité fonctionnelle.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Documentation intégrée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Swagger/Postman inclus, ce qui facilite les tests API et la démonstration en présentation.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FR" sz="19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9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9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9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9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Ajouter des tests automatisés:</a:t>
            </a:r>
          </a:p>
          <a:p>
            <a:r>
              <a:rPr lang="fr-CA" sz="2000">
                <a:solidFill>
                  <a:schemeClr val="tx2"/>
                </a:solidFill>
              </a:rPr>
              <a:t>Tests unitaires (logique métier)</a:t>
            </a:r>
          </a:p>
          <a:p>
            <a:r>
              <a:rPr lang="fr-CA" sz="2000">
                <a:solidFill>
                  <a:schemeClr val="tx2"/>
                </a:solidFill>
              </a:rPr>
              <a:t>Tests d’intégration API</a:t>
            </a:r>
          </a:p>
          <a:p>
            <a:r>
              <a:rPr lang="fr-CA" sz="2000">
                <a:solidFill>
                  <a:schemeClr val="tx2"/>
                </a:solidFill>
              </a:rPr>
              <a:t>Tests E2E sur les parcours clés (connexion, demande, suivi, facture)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1700">
                <a:solidFill>
                  <a:schemeClr val="tx2"/>
                </a:solidFill>
              </a:rPr>
              <a:t>Notifications automatiques: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Alertes de facture proche de l’échéance</a:t>
            </a:r>
          </a:p>
          <a:p>
            <a:r>
              <a:rPr lang="fr-CA" sz="1700">
                <a:solidFill>
                  <a:schemeClr val="tx2"/>
                </a:solidFill>
              </a:rPr>
              <a:t>Espace messagerie client-agent: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Chat lié à chaque dossier/demande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Historique des échanges</a:t>
            </a:r>
          </a:p>
          <a:p>
            <a:endParaRPr lang="fr-CA" sz="17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FR" sz="16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6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6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6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6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782</Words>
  <Application>Microsoft Office PowerPoint</Application>
  <PresentationFormat>Grand écran</PresentationFormat>
  <Paragraphs>100</Paragraphs>
  <Slides>25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Architecture du projet</vt:lpstr>
      <vt:lpstr>Interface utilisateur (Frontend) </vt:lpstr>
      <vt:lpstr>Serveur applicatif (Backend) </vt:lpstr>
      <vt:lpstr>Base de données </vt:lpstr>
      <vt:lpstr>Aperçu de notre site</vt:lpstr>
      <vt:lpstr>L’organisation du projet</vt:lpstr>
      <vt:lpstr>Partie client </vt:lpstr>
      <vt:lpstr>Partie serveur </vt:lpstr>
      <vt:lpstr>Données et documentation </vt:lpstr>
      <vt:lpstr>Les principaux choix réalisés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Améliorations possibles</vt:lpstr>
      <vt:lpstr>Fonctionnalités possibles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Pelletier, Xavier</cp:lastModifiedBy>
  <cp:revision>5</cp:revision>
  <dcterms:created xsi:type="dcterms:W3CDTF">2026-05-24T18:38:47Z</dcterms:created>
  <dcterms:modified xsi:type="dcterms:W3CDTF">2026-05-25T17:21:16Z</dcterms:modified>
</cp:coreProperties>
</file>