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83" r:id="rId7"/>
    <p:sldId id="284" r:id="rId8"/>
    <p:sldId id="285" r:id="rId9"/>
    <p:sldId id="287" r:id="rId10"/>
    <p:sldId id="288" r:id="rId11"/>
    <p:sldId id="289" r:id="rId12"/>
    <p:sldId id="291" r:id="rId13"/>
    <p:sldId id="292" r:id="rId14"/>
    <p:sldId id="293" r:id="rId15"/>
    <p:sldId id="294" r:id="rId16"/>
    <p:sldId id="295" r:id="rId17"/>
    <p:sldId id="296" r:id="rId18"/>
    <p:sldId id="279" r:id="rId19"/>
    <p:sldId id="281" r:id="rId20"/>
    <p:sldId id="297" r:id="rId21"/>
    <p:sldId id="280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  <p1510:client id="{67052B3A-9D0C-4B72-9243-37F6DA000362}" v="30" dt="2026-05-25T02:43:23.8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chem Khederi" userId="d27f54ca4b7deeec" providerId="LiveId" clId="{3D80AC5A-925F-481E-85D3-9CA48BD9A3B3}"/>
    <pc:docChg chg="undo custSel addSld modSld">
      <pc:chgData name="Hichem Khederi" userId="d27f54ca4b7deeec" providerId="LiveId" clId="{3D80AC5A-925F-481E-85D3-9CA48BD9A3B3}" dt="2026-05-25T02:43:58.035" v="517" actId="26606"/>
      <pc:docMkLst>
        <pc:docMk/>
      </pc:docMkLst>
      <pc:sldChg chg="modSp mod">
        <pc:chgData name="Hichem Khederi" userId="d27f54ca4b7deeec" providerId="LiveId" clId="{3D80AC5A-925F-481E-85D3-9CA48BD9A3B3}" dt="2026-05-25T02:20:37.557" v="286" actId="20577"/>
        <pc:sldMkLst>
          <pc:docMk/>
          <pc:sldMk cId="1884478176" sldId="258"/>
        </pc:sldMkLst>
        <pc:spChg chg="mod">
          <ac:chgData name="Hichem Khederi" userId="d27f54ca4b7deeec" providerId="LiveId" clId="{3D80AC5A-925F-481E-85D3-9CA48BD9A3B3}" dt="2026-05-25T02:20:37.557" v="286" actId="20577"/>
          <ac:spMkLst>
            <pc:docMk/>
            <pc:sldMk cId="1884478176" sldId="258"/>
            <ac:spMk id="2" creationId="{19D7C141-5770-85F2-4C3C-67C0E0ACB50B}"/>
          </ac:spMkLst>
        </pc:spChg>
      </pc:sldChg>
      <pc:sldChg chg="modSp mod">
        <pc:chgData name="Hichem Khederi" userId="d27f54ca4b7deeec" providerId="LiveId" clId="{3D80AC5A-925F-481E-85D3-9CA48BD9A3B3}" dt="2026-05-25T02:21:32.071" v="360" actId="20577"/>
        <pc:sldMkLst>
          <pc:docMk/>
          <pc:sldMk cId="0" sldId="276"/>
        </pc:sldMkLst>
        <pc:spChg chg="mod">
          <ac:chgData name="Hichem Khederi" userId="d27f54ca4b7deeec" providerId="LiveId" clId="{3D80AC5A-925F-481E-85D3-9CA48BD9A3B3}" dt="2026-05-25T02:21:32.071" v="360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Hichem Khederi" userId="d27f54ca4b7deeec" providerId="LiveId" clId="{3D80AC5A-925F-481E-85D3-9CA48BD9A3B3}" dt="2026-05-25T02:41:15.686" v="480" actId="20577"/>
        <pc:sldMkLst>
          <pc:docMk/>
          <pc:sldMk cId="74909326" sldId="281"/>
        </pc:sldMkLst>
        <pc:spChg chg="mod">
          <ac:chgData name="Hichem Khederi" userId="d27f54ca4b7deeec" providerId="LiveId" clId="{3D80AC5A-925F-481E-85D3-9CA48BD9A3B3}" dt="2026-05-25T02:41:15.686" v="480" actId="20577"/>
          <ac:spMkLst>
            <pc:docMk/>
            <pc:sldMk cId="74909326" sldId="281"/>
            <ac:spMk id="3" creationId="{5F813290-1677-6F1D-85F5-DD9DF40B2908}"/>
          </ac:spMkLst>
        </pc:spChg>
      </pc:sldChg>
      <pc:sldChg chg="addSp modSp new mod setBg">
        <pc:chgData name="Hichem Khederi" userId="d27f54ca4b7deeec" providerId="LiveId" clId="{3D80AC5A-925F-481E-85D3-9CA48BD9A3B3}" dt="2026-05-25T02:37:25.209" v="460" actId="26606"/>
        <pc:sldMkLst>
          <pc:docMk/>
          <pc:sldMk cId="3040778107" sldId="282"/>
        </pc:sldMkLst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3" creationId="{242566C1-C54E-C990-B945-7FB9DCC53588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1.217" v="461" actId="26606"/>
        <pc:sldMkLst>
          <pc:docMk/>
          <pc:sldMk cId="789218725" sldId="283"/>
        </pc:sldMkLst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3" creationId="{480EE006-C64C-89BE-4FEE-7D4A9B1F0CBF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6.507" v="462" actId="26606"/>
        <pc:sldMkLst>
          <pc:docMk/>
          <pc:sldMk cId="714449467" sldId="284"/>
        </pc:sldMkLst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3" creationId="{69F486B3-6605-3E82-9D37-5FB90452198E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40.231" v="463" actId="26606"/>
        <pc:sldMkLst>
          <pc:docMk/>
          <pc:sldMk cId="3783817818" sldId="285"/>
        </pc:sldMkLst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3" creationId="{A7D4E4AE-7827-6215-FB10-CDD654FE1271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0.441" v="464" actId="26606"/>
        <pc:sldMkLst>
          <pc:docMk/>
          <pc:sldMk cId="3030413527" sldId="286"/>
        </pc:sldMkLst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2" creationId="{4B044438-45E9-A3FF-A28C-266C89F2E4BE}"/>
          </ac:spMkLst>
        </pc:spChg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3" creationId="{B617EEC2-0A26-59E4-3B01-A49FF3C933E2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5.610" v="465" actId="26606"/>
        <pc:sldMkLst>
          <pc:docMk/>
          <pc:sldMk cId="19196841" sldId="287"/>
        </pc:sldMkLst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3" creationId="{F52AFA30-E95F-1911-5FA4-349B147FBACF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0.247" v="466" actId="26606"/>
        <pc:sldMkLst>
          <pc:docMk/>
          <pc:sldMk cId="3878535886" sldId="288"/>
        </pc:sldMkLst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3" creationId="{F2E72658-578E-8010-30C3-162D2F7DF70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4.035" v="467" actId="26606"/>
        <pc:sldMkLst>
          <pc:docMk/>
          <pc:sldMk cId="2546630341" sldId="289"/>
        </pc:sldMkLst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3" creationId="{2437476F-5E8D-6AB1-5EC8-A316C4E3B2C8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7.376" v="468" actId="26606"/>
        <pc:sldMkLst>
          <pc:docMk/>
          <pc:sldMk cId="2726588638" sldId="290"/>
        </pc:sldMkLst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2" creationId="{FCCD56BE-3E4A-3ABE-5624-A8D51ABE73F3}"/>
          </ac:spMkLst>
        </pc:spChg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3" creationId="{F858DBAE-6385-18BB-766F-50E89D2ADE7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1.156" v="469" actId="26606"/>
        <pc:sldMkLst>
          <pc:docMk/>
          <pc:sldMk cId="1693667234" sldId="291"/>
        </pc:sldMkLst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3" creationId="{BC521E48-2EC5-FBFB-8C5A-C5232FC3C2F8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5.440" v="470" actId="26606"/>
        <pc:sldMkLst>
          <pc:docMk/>
          <pc:sldMk cId="3707230773" sldId="292"/>
        </pc:sldMkLst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3" creationId="{ECEFF2C8-BE02-6083-110D-ED5A3A173992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9.029" v="471" actId="26606"/>
        <pc:sldMkLst>
          <pc:docMk/>
          <pc:sldMk cId="3947119217" sldId="293"/>
        </pc:sldMkLst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3" creationId="{8CEDFECF-E02D-DD70-1745-3E53A71C524C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1.631" v="472" actId="26606"/>
        <pc:sldMkLst>
          <pc:docMk/>
          <pc:sldMk cId="4202516654" sldId="294"/>
        </pc:sldMkLst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3" creationId="{0CDE9D8B-65F8-206D-9F24-C2EE1216EA0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5.363" v="473" actId="26606"/>
        <pc:sldMkLst>
          <pc:docMk/>
          <pc:sldMk cId="2679165274" sldId="295"/>
        </pc:sldMkLst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3" creationId="{6DBA5DC1-6BBD-562D-F6D3-C75AD628CA5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7.918" v="474" actId="26606"/>
        <pc:sldMkLst>
          <pc:docMk/>
          <pc:sldMk cId="2655398823" sldId="296"/>
        </pc:sldMkLst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3" creationId="{6725EB8E-8991-B6F4-3B42-2F3CD8ECFE73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43:58.035" v="517" actId="26606"/>
        <pc:sldMkLst>
          <pc:docMk/>
          <pc:sldMk cId="3945852697" sldId="297"/>
        </pc:sldMkLst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3" creationId="{2093E778-16ED-E8A9-C68C-C1A6AAE4D9C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8" creationId="{A09989E4-EFDC-4A90-A633-E0525FB4139E}"/>
          </ac:spMkLst>
        </pc:spChg>
      </pc:sldChg>
    </pc:docChg>
  </pc:docChgLst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5T05:16:40.157" v="852" actId="26606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4T18:40:12.745" v="121" actId="26606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del mod setBg">
        <pc:chgData name="Pelletier, Xavier" userId="22aaddba-8680-46ca-85c7-44db858b683d" providerId="ADAL" clId="{4ECAEDD1-DC4B-4236-9B98-EAB710DDB7D3}" dt="2026-05-25T05:15:12.189" v="828" actId="4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del mod setBg">
        <pc:chgData name="Pelletier, Xavier" userId="22aaddba-8680-46ca-85c7-44db858b683d" providerId="ADAL" clId="{4ECAEDD1-DC4B-4236-9B98-EAB710DDB7D3}" dt="2026-05-25T05:15:12.189" v="828" actId="47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del mod ord">
        <pc:chgData name="Pelletier, Xavier" userId="22aaddba-8680-46ca-85c7-44db858b683d" providerId="ADAL" clId="{4ECAEDD1-DC4B-4236-9B98-EAB710DDB7D3}" dt="2026-05-25T05:15:12.189" v="828" actId="47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del mod ord">
        <pc:chgData name="Pelletier, Xavier" userId="22aaddba-8680-46ca-85c7-44db858b683d" providerId="ADAL" clId="{4ECAEDD1-DC4B-4236-9B98-EAB710DDB7D3}" dt="2026-05-25T05:15:12.189" v="828" actId="47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 del">
        <pc:chgData name="Pelletier, Xavier" userId="22aaddba-8680-46ca-85c7-44db858b683d" providerId="ADAL" clId="{4ECAEDD1-DC4B-4236-9B98-EAB710DDB7D3}" dt="2026-05-25T05:15:12.189" v="828" actId="47"/>
        <pc:sldMkLst>
          <pc:docMk/>
          <pc:sldMk cId="148604876" sldId="270"/>
        </pc:sldMkLst>
      </pc:sldChg>
      <pc:sldChg chg="addSp 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del mod">
        <pc:chgData name="Pelletier, Xavier" userId="22aaddba-8680-46ca-85c7-44db858b683d" providerId="ADAL" clId="{4ECAEDD1-DC4B-4236-9B98-EAB710DDB7D3}" dt="2026-05-25T05:15:12.189" v="828" actId="47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modSp add mod ord setBg">
        <pc:chgData name="Pelletier, Xavier" userId="22aaddba-8680-46ca-85c7-44db858b683d" providerId="ADAL" clId="{4ECAEDD1-DC4B-4236-9B98-EAB710DDB7D3}" dt="2026-05-25T05:13:59.893" v="810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1:39.717" v="799" actId="26606"/>
          <ac:grpSpMkLst>
            <pc:docMk/>
            <pc:sldMk cId="0" sldId="279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5T05:16:40.157" v="852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5T05:16:40.157" v="852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5T05:16:40.157" v="852" actId="26606"/>
          <ac:spMkLst>
            <pc:docMk/>
            <pc:sldMk cId="0" sldId="280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5T05:16:40.157" v="852" actId="26606"/>
          <ac:spMkLst>
            <pc:docMk/>
            <pc:sldMk cId="0" sldId="280"/>
            <ac:spMk id="6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5T05:16:40.157" v="852" actId="26606"/>
          <ac:spMkLst>
            <pc:docMk/>
            <pc:sldMk cId="0" sldId="280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6:40.157" v="852" actId="26606"/>
          <ac:spMkLst>
            <pc:docMk/>
            <pc:sldMk cId="0" sldId="280"/>
            <ac:spMk id="21" creationId="{17718681-A12E-49D6-9925-DD7C68176D61}"/>
          </ac:spMkLst>
        </pc:spChg>
        <pc:spChg chg="add">
          <ac:chgData name="Pelletier, Xavier" userId="22aaddba-8680-46ca-85c7-44db858b683d" providerId="ADAL" clId="{4ECAEDD1-DC4B-4236-9B98-EAB710DDB7D3}" dt="2026-05-25T05:16:40.157" v="852" actId="26606"/>
          <ac:spMkLst>
            <pc:docMk/>
            <pc:sldMk cId="0" sldId="280"/>
            <ac:spMk id="23" creationId="{FBD77573-9EF2-4C35-8285-A1CF6FBB0EA5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 del">
          <ac:chgData name="Pelletier, Xavier" userId="22aaddba-8680-46ca-85c7-44db858b683d" providerId="ADAL" clId="{4ECAEDD1-DC4B-4236-9B98-EAB710DDB7D3}" dt="2026-05-25T05:16:40.157" v="852" actId="26606"/>
          <ac:grpSpMkLst>
            <pc:docMk/>
            <pc:sldMk cId="0" sldId="280"/>
            <ac:grpSpMk id="12" creationId="{DAA26DFA-AAB2-4973-9C17-16D587C7B198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  <pc:sldChg chg="addSp delSp modSp mod ord">
        <pc:chgData name="Pelletier, Xavier" userId="22aaddba-8680-46ca-85c7-44db858b683d" providerId="ADAL" clId="{4ECAEDD1-DC4B-4236-9B98-EAB710DDB7D3}" dt="2026-05-25T05:15:22.498" v="830" actId="26606"/>
        <pc:sldMkLst>
          <pc:docMk/>
          <pc:sldMk cId="74909326" sldId="281"/>
        </pc:sldMkLst>
        <pc:spChg chg="mod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2" creationId="{5E1A3504-3D36-4373-DB6B-0A5B4CF572FA}"/>
          </ac:spMkLst>
        </pc:spChg>
        <pc:spChg chg="mod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3" creationId="{5F813290-1677-6F1D-85F5-DD9DF40B2908}"/>
          </ac:spMkLst>
        </pc:spChg>
        <pc:spChg chg="del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8" creationId="{09588DA8-065E-4F6F-8EFD-43104AB2E0CF}"/>
          </ac:spMkLst>
        </pc:spChg>
        <pc:spChg chg="del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10" creationId="{C4285719-470E-454C-AF62-8323075F1F5B}"/>
          </ac:spMkLst>
        </pc:spChg>
        <pc:spChg chg="del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12" creationId="{CD9FE4EF-C4D8-49A0-B2FF-81D8DB7D8A24}"/>
          </ac:spMkLst>
        </pc:spChg>
        <pc:spChg chg="del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14" creationId="{4300840D-0A0B-4512-BACA-B439D5B9C57C}"/>
          </ac:spMkLst>
        </pc:spChg>
        <pc:spChg chg="del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18" creationId="{38FAA1A1-D861-433F-88FA-1E9D6FD31D11}"/>
          </ac:spMkLst>
        </pc:spChg>
        <pc:spChg chg="del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20" creationId="{8D71EDA1-87BF-4D5D-AB79-F346FD19278A}"/>
          </ac:spMkLst>
        </pc:spChg>
        <pc:spChg chg="add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25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5:22.498" v="830" actId="26606"/>
          <ac:spMkLst>
            <pc:docMk/>
            <pc:sldMk cId="74909326" sldId="281"/>
            <ac:spMk id="27" creationId="{C13EF075-D4EF-4929-ADBC-91B27DA19955}"/>
          </ac:spMkLst>
        </pc:spChg>
      </pc:sldChg>
      <pc:sldChg chg="del">
        <pc:chgData name="Pelletier, Xavier" userId="22aaddba-8680-46ca-85c7-44db858b683d" providerId="ADAL" clId="{4ECAEDD1-DC4B-4236-9B98-EAB710DDB7D3}" dt="2026-05-25T05:14:39.277" v="827" actId="2696"/>
        <pc:sldMkLst>
          <pc:docMk/>
          <pc:sldMk cId="3040778107" sldId="282"/>
        </pc:sldMkLst>
      </pc:sldChg>
      <pc:sldChg chg="addSp delSp modSp mod">
        <pc:chgData name="Pelletier, Xavier" userId="22aaddba-8680-46ca-85c7-44db858b683d" providerId="ADAL" clId="{4ECAEDD1-DC4B-4236-9B98-EAB710DDB7D3}" dt="2026-05-25T05:16:06.308" v="845" actId="26606"/>
        <pc:sldMkLst>
          <pc:docMk/>
          <pc:sldMk cId="789218725" sldId="283"/>
        </pc:sldMkLst>
        <pc:spChg chg="mod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3" creationId="{480EE006-C64C-89BE-4FEE-7D4A9B1F0CBF}"/>
          </ac:spMkLst>
        </pc:spChg>
        <pc:spChg chg="del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51.627" v="839" actId="26606"/>
          <ac:spMkLst>
            <pc:docMk/>
            <pc:sldMk cId="789218725" sldId="283"/>
            <ac:spMk id="18" creationId="{A09989E4-EFDC-4A90-A633-E0525FB4139E}"/>
          </ac:spMkLst>
        </pc:spChg>
        <pc:spChg chg="add del">
          <ac:chgData name="Pelletier, Xavier" userId="22aaddba-8680-46ca-85c7-44db858b683d" providerId="ADAL" clId="{4ECAEDD1-DC4B-4236-9B98-EAB710DDB7D3}" dt="2026-05-25T05:16:06.308" v="845" actId="26606"/>
          <ac:spMkLst>
            <pc:docMk/>
            <pc:sldMk cId="789218725" sldId="283"/>
            <ac:spMk id="23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5T05:16:06.308" v="845" actId="26606"/>
          <ac:spMkLst>
            <pc:docMk/>
            <pc:sldMk cId="789218725" sldId="283"/>
            <ac:spMk id="25" creationId="{66AE1D3D-3106-4CB2-AA7C-0C1642AC0F2E}"/>
          </ac:spMkLst>
        </pc:spChg>
        <pc:spChg chg="add">
          <ac:chgData name="Pelletier, Xavier" userId="22aaddba-8680-46ca-85c7-44db858b683d" providerId="ADAL" clId="{4ECAEDD1-DC4B-4236-9B98-EAB710DDB7D3}" dt="2026-05-25T05:16:06.308" v="845" actId="26606"/>
          <ac:spMkLst>
            <pc:docMk/>
            <pc:sldMk cId="789218725" sldId="283"/>
            <ac:spMk id="37" creationId="{87BF42CA-AD55-48B4-8949-C4DCA60A6AEE}"/>
          </ac:spMkLst>
        </pc:spChg>
        <pc:spChg chg="add">
          <ac:chgData name="Pelletier, Xavier" userId="22aaddba-8680-46ca-85c7-44db858b683d" providerId="ADAL" clId="{4ECAEDD1-DC4B-4236-9B98-EAB710DDB7D3}" dt="2026-05-25T05:16:06.308" v="845" actId="26606"/>
          <ac:spMkLst>
            <pc:docMk/>
            <pc:sldMk cId="789218725" sldId="283"/>
            <ac:spMk id="39" creationId="{66AE1D3D-3106-4CB2-AA7C-0C1642AC0F2E}"/>
          </ac:spMkLst>
        </pc:spChg>
        <pc:grpChg chg="del">
          <ac:chgData name="Pelletier, Xavier" userId="22aaddba-8680-46ca-85c7-44db858b683d" providerId="ADAL" clId="{4ECAEDD1-DC4B-4236-9B98-EAB710DDB7D3}" dt="2026-05-25T05:16:06.308" v="845" actId="26606"/>
          <ac:grpSpMkLst>
            <pc:docMk/>
            <pc:sldMk cId="789218725" sldId="283"/>
            <ac:grpSpMk id="27" creationId="{0A31B6AF-B711-4CDB-8C2B-16E963DDC4C5}"/>
          </ac:grpSpMkLst>
        </pc:grpChg>
        <pc:grpChg chg="add">
          <ac:chgData name="Pelletier, Xavier" userId="22aaddba-8680-46ca-85c7-44db858b683d" providerId="ADAL" clId="{4ECAEDD1-DC4B-4236-9B98-EAB710DDB7D3}" dt="2026-05-25T05:16:06.308" v="845" actId="26606"/>
          <ac:grpSpMkLst>
            <pc:docMk/>
            <pc:sldMk cId="789218725" sldId="283"/>
            <ac:grpSpMk id="41" creationId="{0A31B6AF-B711-4CDB-8C2B-16E963DDC4C5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05:16:10.404" v="846" actId="26606"/>
        <pc:sldMkLst>
          <pc:docMk/>
          <pc:sldMk cId="714449467" sldId="284"/>
        </pc:sldMkLst>
        <pc:spChg chg="mod">
          <ac:chgData name="Pelletier, Xavier" userId="22aaddba-8680-46ca-85c7-44db858b683d" providerId="ADAL" clId="{4ECAEDD1-DC4B-4236-9B98-EAB710DDB7D3}" dt="2026-05-25T05:16:10.404" v="846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Pelletier, Xavier" userId="22aaddba-8680-46ca-85c7-44db858b683d" providerId="ADAL" clId="{4ECAEDD1-DC4B-4236-9B98-EAB710DDB7D3}" dt="2026-05-25T05:16:10.404" v="846" actId="26606"/>
          <ac:spMkLst>
            <pc:docMk/>
            <pc:sldMk cId="714449467" sldId="284"/>
            <ac:spMk id="3" creationId="{69F486B3-6605-3E82-9D37-5FB90452198E}"/>
          </ac:spMkLst>
        </pc:spChg>
        <pc:spChg chg="del">
          <ac:chgData name="Pelletier, Xavier" userId="22aaddba-8680-46ca-85c7-44db858b683d" providerId="ADAL" clId="{4ECAEDD1-DC4B-4236-9B98-EAB710DDB7D3}" dt="2026-05-25T05:15:53.993" v="840" actId="26606"/>
          <ac:spMkLst>
            <pc:docMk/>
            <pc:sldMk cId="714449467" sldId="284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53.993" v="840" actId="26606"/>
          <ac:spMkLst>
            <pc:docMk/>
            <pc:sldMk cId="714449467" sldId="284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53.993" v="840" actId="26606"/>
          <ac:spMkLst>
            <pc:docMk/>
            <pc:sldMk cId="714449467" sldId="284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53.993" v="840" actId="26606"/>
          <ac:spMkLst>
            <pc:docMk/>
            <pc:sldMk cId="714449467" sldId="284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53.993" v="840" actId="26606"/>
          <ac:spMkLst>
            <pc:docMk/>
            <pc:sldMk cId="714449467" sldId="284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53.993" v="840" actId="26606"/>
          <ac:spMkLst>
            <pc:docMk/>
            <pc:sldMk cId="714449467" sldId="284"/>
            <ac:spMk id="18" creationId="{A09989E4-EFDC-4A90-A633-E0525FB4139E}"/>
          </ac:spMkLst>
        </pc:spChg>
        <pc:spChg chg="add del">
          <ac:chgData name="Pelletier, Xavier" userId="22aaddba-8680-46ca-85c7-44db858b683d" providerId="ADAL" clId="{4ECAEDD1-DC4B-4236-9B98-EAB710DDB7D3}" dt="2026-05-25T05:16:10.404" v="846" actId="26606"/>
          <ac:spMkLst>
            <pc:docMk/>
            <pc:sldMk cId="714449467" sldId="284"/>
            <ac:spMk id="23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5T05:16:10.404" v="846" actId="26606"/>
          <ac:spMkLst>
            <pc:docMk/>
            <pc:sldMk cId="714449467" sldId="284"/>
            <ac:spMk id="25" creationId="{66AE1D3D-3106-4CB2-AA7C-0C1642AC0F2E}"/>
          </ac:spMkLst>
        </pc:spChg>
        <pc:spChg chg="add">
          <ac:chgData name="Pelletier, Xavier" userId="22aaddba-8680-46ca-85c7-44db858b683d" providerId="ADAL" clId="{4ECAEDD1-DC4B-4236-9B98-EAB710DDB7D3}" dt="2026-05-25T05:16:10.404" v="846" actId="26606"/>
          <ac:spMkLst>
            <pc:docMk/>
            <pc:sldMk cId="714449467" sldId="284"/>
            <ac:spMk id="37" creationId="{CF75AD06-DFC4-4B3A-8490-330823D081CF}"/>
          </ac:spMkLst>
        </pc:spChg>
        <pc:spChg chg="add">
          <ac:chgData name="Pelletier, Xavier" userId="22aaddba-8680-46ca-85c7-44db858b683d" providerId="ADAL" clId="{4ECAEDD1-DC4B-4236-9B98-EAB710DDB7D3}" dt="2026-05-25T05:16:10.404" v="846" actId="26606"/>
          <ac:spMkLst>
            <pc:docMk/>
            <pc:sldMk cId="714449467" sldId="284"/>
            <ac:spMk id="39" creationId="{FC587C93-0840-40DF-96D5-D1F2137E6449}"/>
          </ac:spMkLst>
        </pc:spChg>
        <pc:grpChg chg="del">
          <ac:chgData name="Pelletier, Xavier" userId="22aaddba-8680-46ca-85c7-44db858b683d" providerId="ADAL" clId="{4ECAEDD1-DC4B-4236-9B98-EAB710DDB7D3}" dt="2026-05-25T05:16:10.404" v="846" actId="26606"/>
          <ac:grpSpMkLst>
            <pc:docMk/>
            <pc:sldMk cId="714449467" sldId="284"/>
            <ac:grpSpMk id="27" creationId="{0A31B6AF-B711-4CDB-8C2B-16E963DDC4C5}"/>
          </ac:grpSpMkLst>
        </pc:grpChg>
        <pc:grpChg chg="add">
          <ac:chgData name="Pelletier, Xavier" userId="22aaddba-8680-46ca-85c7-44db858b683d" providerId="ADAL" clId="{4ECAEDD1-DC4B-4236-9B98-EAB710DDB7D3}" dt="2026-05-25T05:16:10.404" v="846" actId="26606"/>
          <ac:grpSpMkLst>
            <pc:docMk/>
            <pc:sldMk cId="714449467" sldId="284"/>
            <ac:grpSpMk id="41" creationId="{5E02D55A-F529-4B19-BAF9-F63240A7B490}"/>
          </ac:grpSpMkLst>
        </pc:grpChg>
        <pc:grpChg chg="add">
          <ac:chgData name="Pelletier, Xavier" userId="22aaddba-8680-46ca-85c7-44db858b683d" providerId="ADAL" clId="{4ECAEDD1-DC4B-4236-9B98-EAB710DDB7D3}" dt="2026-05-25T05:16:10.404" v="846" actId="26606"/>
          <ac:grpSpMkLst>
            <pc:docMk/>
            <pc:sldMk cId="714449467" sldId="284"/>
            <ac:grpSpMk id="47" creationId="{47A3A52F-BCB3-444D-9372-EE018B135C49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05:15:55.829" v="841" actId="26606"/>
        <pc:sldMkLst>
          <pc:docMk/>
          <pc:sldMk cId="3783817818" sldId="285"/>
        </pc:sldMkLst>
        <pc:spChg chg="mod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3" creationId="{A7D4E4AE-7827-6215-FB10-CDD654FE1271}"/>
          </ac:spMkLst>
        </pc:spChg>
        <pc:spChg chg="del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23" creationId="{87BF42CA-AD55-48B4-8949-C4DCA60A6AEE}"/>
          </ac:spMkLst>
        </pc:spChg>
        <pc:spChg chg="add">
          <ac:chgData name="Pelletier, Xavier" userId="22aaddba-8680-46ca-85c7-44db858b683d" providerId="ADAL" clId="{4ECAEDD1-DC4B-4236-9B98-EAB710DDB7D3}" dt="2026-05-25T05:15:55.829" v="841" actId="26606"/>
          <ac:spMkLst>
            <pc:docMk/>
            <pc:sldMk cId="3783817818" sldId="285"/>
            <ac:spMk id="25" creationId="{66AE1D3D-3106-4CB2-AA7C-0C1642AC0F2E}"/>
          </ac:spMkLst>
        </pc:spChg>
      </pc:sldChg>
      <pc:sldChg chg="modSp del mod">
        <pc:chgData name="Pelletier, Xavier" userId="22aaddba-8680-46ca-85c7-44db858b683d" providerId="ADAL" clId="{4ECAEDD1-DC4B-4236-9B98-EAB710DDB7D3}" dt="2026-05-25T05:14:34.203" v="826" actId="2696"/>
        <pc:sldMkLst>
          <pc:docMk/>
          <pc:sldMk cId="3030413527" sldId="286"/>
        </pc:sldMkLst>
        <pc:spChg chg="mod">
          <ac:chgData name="Pelletier, Xavier" userId="22aaddba-8680-46ca-85c7-44db858b683d" providerId="ADAL" clId="{4ECAEDD1-DC4B-4236-9B98-EAB710DDB7D3}" dt="2026-05-25T05:14:31.534" v="825" actId="20577"/>
          <ac:spMkLst>
            <pc:docMk/>
            <pc:sldMk cId="3030413527" sldId="286"/>
            <ac:spMk id="3" creationId="{B617EEC2-0A26-59E4-3B01-A49FF3C933E2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05:16:00.174" v="844" actId="26606"/>
        <pc:sldMkLst>
          <pc:docMk/>
          <pc:sldMk cId="19196841" sldId="287"/>
        </pc:sldMkLst>
        <pc:spChg chg="mod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3" creationId="{F52AFA30-E95F-1911-5FA4-349B147FBACF}"/>
          </ac:spMkLst>
        </pc:spChg>
        <pc:spChg chg="add del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8" creationId="{DEE2AD96-B495-4E06-9291-B71706F728CB}"/>
          </ac:spMkLst>
        </pc:spChg>
        <pc:spChg chg="add del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10" creationId="{53CF6D67-C5A8-4ADD-9E8E-1E38CA1D3166}"/>
          </ac:spMkLst>
        </pc:spChg>
        <pc:spChg chg="add del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12" creationId="{86909FA0-B515-4681-B7A8-FA281D133B94}"/>
          </ac:spMkLst>
        </pc:spChg>
        <pc:spChg chg="add del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14" creationId="{21C9FE86-FCC3-4A31-AA1C-C882262B7FE7}"/>
          </ac:spMkLst>
        </pc:spChg>
        <pc:spChg chg="add del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16" creationId="{7D96243B-ECED-4B71-8E06-AE9A285EAD20}"/>
          </ac:spMkLst>
        </pc:spChg>
        <pc:spChg chg="add del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18" creationId="{A09989E4-EFDC-4A90-A633-E0525FB4139E}"/>
          </ac:spMkLst>
        </pc:spChg>
        <pc:spChg chg="add del">
          <ac:chgData name="Pelletier, Xavier" userId="22aaddba-8680-46ca-85c7-44db858b683d" providerId="ADAL" clId="{4ECAEDD1-DC4B-4236-9B98-EAB710DDB7D3}" dt="2026-05-25T05:16:00.158" v="843" actId="26606"/>
          <ac:spMkLst>
            <pc:docMk/>
            <pc:sldMk cId="19196841" sldId="287"/>
            <ac:spMk id="23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5T05:16:00.158" v="843" actId="26606"/>
          <ac:spMkLst>
            <pc:docMk/>
            <pc:sldMk cId="19196841" sldId="287"/>
            <ac:spMk id="25" creationId="{66AE1D3D-3106-4CB2-AA7C-0C1642AC0F2E}"/>
          </ac:spMkLst>
        </pc:spChg>
        <pc:spChg chg="add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38" creationId="{CF75AD06-DFC4-4B3A-8490-330823D081CF}"/>
          </ac:spMkLst>
        </pc:spChg>
        <pc:spChg chg="add">
          <ac:chgData name="Pelletier, Xavier" userId="22aaddba-8680-46ca-85c7-44db858b683d" providerId="ADAL" clId="{4ECAEDD1-DC4B-4236-9B98-EAB710DDB7D3}" dt="2026-05-25T05:16:00.174" v="844" actId="26606"/>
          <ac:spMkLst>
            <pc:docMk/>
            <pc:sldMk cId="19196841" sldId="287"/>
            <ac:spMk id="39" creationId="{FC587C93-0840-40DF-96D5-D1F2137E6449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05:15:47.803" v="838" actId="26606"/>
        <pc:sldMkLst>
          <pc:docMk/>
          <pc:sldMk cId="3878535886" sldId="288"/>
        </pc:sldMkLst>
        <pc:spChg chg="mod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3" creationId="{F2E72658-578E-8010-30C3-162D2F7DF700}"/>
          </ac:spMkLst>
        </pc:spChg>
        <pc:spChg chg="del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23" creationId="{87BF42CA-AD55-48B4-8949-C4DCA60A6AEE}"/>
          </ac:spMkLst>
        </pc:spChg>
        <pc:spChg chg="add">
          <ac:chgData name="Pelletier, Xavier" userId="22aaddba-8680-46ca-85c7-44db858b683d" providerId="ADAL" clId="{4ECAEDD1-DC4B-4236-9B98-EAB710DDB7D3}" dt="2026-05-25T05:15:47.803" v="838" actId="26606"/>
          <ac:spMkLst>
            <pc:docMk/>
            <pc:sldMk cId="3878535886" sldId="288"/>
            <ac:spMk id="25" creationId="{66AE1D3D-3106-4CB2-AA7C-0C1642AC0F2E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05:15:45.114" v="837" actId="26606"/>
        <pc:sldMkLst>
          <pc:docMk/>
          <pc:sldMk cId="2546630341" sldId="289"/>
        </pc:sldMkLst>
        <pc:spChg chg="mod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3" creationId="{2437476F-5E8D-6AB1-5EC8-A316C4E3B2C8}"/>
          </ac:spMkLst>
        </pc:spChg>
        <pc:spChg chg="del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23" creationId="{87BF42CA-AD55-48B4-8949-C4DCA60A6AEE}"/>
          </ac:spMkLst>
        </pc:spChg>
        <pc:spChg chg="add">
          <ac:chgData name="Pelletier, Xavier" userId="22aaddba-8680-46ca-85c7-44db858b683d" providerId="ADAL" clId="{4ECAEDD1-DC4B-4236-9B98-EAB710DDB7D3}" dt="2026-05-25T05:15:45.114" v="837" actId="26606"/>
          <ac:spMkLst>
            <pc:docMk/>
            <pc:sldMk cId="2546630341" sldId="289"/>
            <ac:spMk id="25" creationId="{66AE1D3D-3106-4CB2-AA7C-0C1642AC0F2E}"/>
          </ac:spMkLst>
        </pc:spChg>
      </pc:sldChg>
      <pc:sldChg chg="del">
        <pc:chgData name="Pelletier, Xavier" userId="22aaddba-8680-46ca-85c7-44db858b683d" providerId="ADAL" clId="{4ECAEDD1-DC4B-4236-9B98-EAB710DDB7D3}" dt="2026-05-25T05:14:14.749" v="811" actId="2696"/>
        <pc:sldMkLst>
          <pc:docMk/>
          <pc:sldMk cId="2726588638" sldId="290"/>
        </pc:sldMkLst>
      </pc:sldChg>
      <pc:sldChg chg="addSp delSp modSp mod">
        <pc:chgData name="Pelletier, Xavier" userId="22aaddba-8680-46ca-85c7-44db858b683d" providerId="ADAL" clId="{4ECAEDD1-DC4B-4236-9B98-EAB710DDB7D3}" dt="2026-05-25T05:16:32.570" v="851" actId="26606"/>
        <pc:sldMkLst>
          <pc:docMk/>
          <pc:sldMk cId="1693667234" sldId="291"/>
        </pc:sldMkLst>
        <pc:spChg chg="mod">
          <ac:chgData name="Pelletier, Xavier" userId="22aaddba-8680-46ca-85c7-44db858b683d" providerId="ADAL" clId="{4ECAEDD1-DC4B-4236-9B98-EAB710DDB7D3}" dt="2026-05-25T05:16:32.570" v="851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Pelletier, Xavier" userId="22aaddba-8680-46ca-85c7-44db858b683d" providerId="ADAL" clId="{4ECAEDD1-DC4B-4236-9B98-EAB710DDB7D3}" dt="2026-05-25T05:16:32.570" v="851" actId="26606"/>
          <ac:spMkLst>
            <pc:docMk/>
            <pc:sldMk cId="1693667234" sldId="291"/>
            <ac:spMk id="3" creationId="{BC521E48-2EC5-FBFB-8C5A-C5232FC3C2F8}"/>
          </ac:spMkLst>
        </pc:spChg>
        <pc:spChg chg="del">
          <ac:chgData name="Pelletier, Xavier" userId="22aaddba-8680-46ca-85c7-44db858b683d" providerId="ADAL" clId="{4ECAEDD1-DC4B-4236-9B98-EAB710DDB7D3}" dt="2026-05-25T05:15:40.399" v="836" actId="26606"/>
          <ac:spMkLst>
            <pc:docMk/>
            <pc:sldMk cId="1693667234" sldId="291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40.399" v="836" actId="26606"/>
          <ac:spMkLst>
            <pc:docMk/>
            <pc:sldMk cId="1693667234" sldId="291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40.399" v="836" actId="26606"/>
          <ac:spMkLst>
            <pc:docMk/>
            <pc:sldMk cId="1693667234" sldId="291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40.399" v="836" actId="26606"/>
          <ac:spMkLst>
            <pc:docMk/>
            <pc:sldMk cId="1693667234" sldId="291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40.399" v="836" actId="26606"/>
          <ac:spMkLst>
            <pc:docMk/>
            <pc:sldMk cId="1693667234" sldId="291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40.399" v="836" actId="26606"/>
          <ac:spMkLst>
            <pc:docMk/>
            <pc:sldMk cId="1693667234" sldId="291"/>
            <ac:spMk id="18" creationId="{A09989E4-EFDC-4A90-A633-E0525FB4139E}"/>
          </ac:spMkLst>
        </pc:spChg>
        <pc:spChg chg="add del">
          <ac:chgData name="Pelletier, Xavier" userId="22aaddba-8680-46ca-85c7-44db858b683d" providerId="ADAL" clId="{4ECAEDD1-DC4B-4236-9B98-EAB710DDB7D3}" dt="2026-05-25T05:16:19.803" v="847" actId="26606"/>
          <ac:spMkLst>
            <pc:docMk/>
            <pc:sldMk cId="1693667234" sldId="291"/>
            <ac:spMk id="23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5T05:16:19.803" v="847" actId="26606"/>
          <ac:spMkLst>
            <pc:docMk/>
            <pc:sldMk cId="1693667234" sldId="291"/>
            <ac:spMk id="25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5T05:16:32.570" v="851" actId="26606"/>
          <ac:spMkLst>
            <pc:docMk/>
            <pc:sldMk cId="1693667234" sldId="291"/>
            <ac:spMk id="37" creationId="{CF75AD06-DFC4-4B3A-8490-330823D081CF}"/>
          </ac:spMkLst>
        </pc:spChg>
        <pc:spChg chg="add del">
          <ac:chgData name="Pelletier, Xavier" userId="22aaddba-8680-46ca-85c7-44db858b683d" providerId="ADAL" clId="{4ECAEDD1-DC4B-4236-9B98-EAB710DDB7D3}" dt="2026-05-25T05:16:32.570" v="851" actId="26606"/>
          <ac:spMkLst>
            <pc:docMk/>
            <pc:sldMk cId="1693667234" sldId="291"/>
            <ac:spMk id="39" creationId="{FC587C93-0840-40DF-96D5-D1F2137E6449}"/>
          </ac:spMkLst>
        </pc:spChg>
        <pc:spChg chg="add">
          <ac:chgData name="Pelletier, Xavier" userId="22aaddba-8680-46ca-85c7-44db858b683d" providerId="ADAL" clId="{4ECAEDD1-DC4B-4236-9B98-EAB710DDB7D3}" dt="2026-05-25T05:16:32.570" v="851" actId="26606"/>
          <ac:spMkLst>
            <pc:docMk/>
            <pc:sldMk cId="1693667234" sldId="291"/>
            <ac:spMk id="56" creationId="{87BF42CA-AD55-48B4-8949-C4DCA60A6AEE}"/>
          </ac:spMkLst>
        </pc:spChg>
        <pc:spChg chg="add">
          <ac:chgData name="Pelletier, Xavier" userId="22aaddba-8680-46ca-85c7-44db858b683d" providerId="ADAL" clId="{4ECAEDD1-DC4B-4236-9B98-EAB710DDB7D3}" dt="2026-05-25T05:16:32.570" v="851" actId="26606"/>
          <ac:spMkLst>
            <pc:docMk/>
            <pc:sldMk cId="1693667234" sldId="291"/>
            <ac:spMk id="58" creationId="{66AE1D3D-3106-4CB2-AA7C-0C1642AC0F2E}"/>
          </ac:spMkLst>
        </pc:spChg>
        <pc:grpChg chg="del">
          <ac:chgData name="Pelletier, Xavier" userId="22aaddba-8680-46ca-85c7-44db858b683d" providerId="ADAL" clId="{4ECAEDD1-DC4B-4236-9B98-EAB710DDB7D3}" dt="2026-05-25T05:16:19.803" v="847" actId="26606"/>
          <ac:grpSpMkLst>
            <pc:docMk/>
            <pc:sldMk cId="1693667234" sldId="291"/>
            <ac:grpSpMk id="27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5T05:16:32.570" v="851" actId="26606"/>
          <ac:grpSpMkLst>
            <pc:docMk/>
            <pc:sldMk cId="1693667234" sldId="291"/>
            <ac:grpSpMk id="41" creationId="{5E02D55A-F529-4B19-BAF9-F63240A7B490}"/>
          </ac:grpSpMkLst>
        </pc:grpChg>
        <pc:grpChg chg="add del">
          <ac:chgData name="Pelletier, Xavier" userId="22aaddba-8680-46ca-85c7-44db858b683d" providerId="ADAL" clId="{4ECAEDD1-DC4B-4236-9B98-EAB710DDB7D3}" dt="2026-05-25T05:16:32.570" v="851" actId="26606"/>
          <ac:grpSpMkLst>
            <pc:docMk/>
            <pc:sldMk cId="1693667234" sldId="291"/>
            <ac:grpSpMk id="47" creationId="{47A3A52F-BCB3-444D-9372-EE018B135C49}"/>
          </ac:grpSpMkLst>
        </pc:grpChg>
        <pc:grpChg chg="add">
          <ac:chgData name="Pelletier, Xavier" userId="22aaddba-8680-46ca-85c7-44db858b683d" providerId="ADAL" clId="{4ECAEDD1-DC4B-4236-9B98-EAB710DDB7D3}" dt="2026-05-25T05:16:32.570" v="851" actId="26606"/>
          <ac:grpSpMkLst>
            <pc:docMk/>
            <pc:sldMk cId="1693667234" sldId="291"/>
            <ac:grpSpMk id="60" creationId="{0A31B6AF-B711-4CDB-8C2B-16E963DDC4C5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05:16:28.958" v="850" actId="26606"/>
        <pc:sldMkLst>
          <pc:docMk/>
          <pc:sldMk cId="3707230773" sldId="292"/>
        </pc:sldMkLst>
        <pc:spChg chg="mod">
          <ac:chgData name="Pelletier, Xavier" userId="22aaddba-8680-46ca-85c7-44db858b683d" providerId="ADAL" clId="{4ECAEDD1-DC4B-4236-9B98-EAB710DDB7D3}" dt="2026-05-25T05:16:28.946" v="849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Pelletier, Xavier" userId="22aaddba-8680-46ca-85c7-44db858b683d" providerId="ADAL" clId="{4ECAEDD1-DC4B-4236-9B98-EAB710DDB7D3}" dt="2026-05-25T05:16:28.946" v="849" actId="26606"/>
          <ac:spMkLst>
            <pc:docMk/>
            <pc:sldMk cId="3707230773" sldId="292"/>
            <ac:spMk id="3" creationId="{ECEFF2C8-BE02-6083-110D-ED5A3A173992}"/>
          </ac:spMkLst>
        </pc:spChg>
        <pc:spChg chg="del">
          <ac:chgData name="Pelletier, Xavier" userId="22aaddba-8680-46ca-85c7-44db858b683d" providerId="ADAL" clId="{4ECAEDD1-DC4B-4236-9B98-EAB710DDB7D3}" dt="2026-05-25T05:15:34.715" v="835" actId="26606"/>
          <ac:spMkLst>
            <pc:docMk/>
            <pc:sldMk cId="3707230773" sldId="292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34.715" v="835" actId="26606"/>
          <ac:spMkLst>
            <pc:docMk/>
            <pc:sldMk cId="3707230773" sldId="292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34.715" v="835" actId="26606"/>
          <ac:spMkLst>
            <pc:docMk/>
            <pc:sldMk cId="3707230773" sldId="292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34.715" v="835" actId="26606"/>
          <ac:spMkLst>
            <pc:docMk/>
            <pc:sldMk cId="3707230773" sldId="292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34.715" v="835" actId="26606"/>
          <ac:spMkLst>
            <pc:docMk/>
            <pc:sldMk cId="3707230773" sldId="292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34.715" v="835" actId="26606"/>
          <ac:spMkLst>
            <pc:docMk/>
            <pc:sldMk cId="3707230773" sldId="292"/>
            <ac:spMk id="18" creationId="{A09989E4-EFDC-4A90-A633-E0525FB4139E}"/>
          </ac:spMkLst>
        </pc:spChg>
        <pc:spChg chg="add del">
          <ac:chgData name="Pelletier, Xavier" userId="22aaddba-8680-46ca-85c7-44db858b683d" providerId="ADAL" clId="{4ECAEDD1-DC4B-4236-9B98-EAB710DDB7D3}" dt="2026-05-25T05:16:28.958" v="850" actId="26606"/>
          <ac:spMkLst>
            <pc:docMk/>
            <pc:sldMk cId="3707230773" sldId="292"/>
            <ac:spMk id="23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5T05:16:28.958" v="850" actId="26606"/>
          <ac:spMkLst>
            <pc:docMk/>
            <pc:sldMk cId="3707230773" sldId="292"/>
            <ac:spMk id="25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5T05:16:28.946" v="849" actId="26606"/>
          <ac:spMkLst>
            <pc:docMk/>
            <pc:sldMk cId="3707230773" sldId="292"/>
            <ac:spMk id="36" creationId="{889C5E17-24D0-4696-A3C5-A2261FB455FA}"/>
          </ac:spMkLst>
        </pc:spChg>
        <pc:spChg chg="add del">
          <ac:chgData name="Pelletier, Xavier" userId="22aaddba-8680-46ca-85c7-44db858b683d" providerId="ADAL" clId="{4ECAEDD1-DC4B-4236-9B98-EAB710DDB7D3}" dt="2026-05-25T05:16:28.946" v="849" actId="26606"/>
          <ac:spMkLst>
            <pc:docMk/>
            <pc:sldMk cId="3707230773" sldId="292"/>
            <ac:spMk id="38" creationId="{6929B58F-2358-44CC-ACE5-EF1BD3C6C824}"/>
          </ac:spMkLst>
        </pc:spChg>
        <pc:spChg chg="add">
          <ac:chgData name="Pelletier, Xavier" userId="22aaddba-8680-46ca-85c7-44db858b683d" providerId="ADAL" clId="{4ECAEDD1-DC4B-4236-9B98-EAB710DDB7D3}" dt="2026-05-25T05:16:28.958" v="850" actId="26606"/>
          <ac:spMkLst>
            <pc:docMk/>
            <pc:sldMk cId="3707230773" sldId="292"/>
            <ac:spMk id="45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6:28.958" v="850" actId="26606"/>
          <ac:spMkLst>
            <pc:docMk/>
            <pc:sldMk cId="3707230773" sldId="292"/>
            <ac:spMk id="46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5T05:16:28.958" v="850" actId="26606"/>
          <ac:grpSpMkLst>
            <pc:docMk/>
            <pc:sldMk cId="3707230773" sldId="292"/>
            <ac:grpSpMk id="27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5T05:16:28.946" v="849" actId="26606"/>
          <ac:grpSpMkLst>
            <pc:docMk/>
            <pc:sldMk cId="3707230773" sldId="292"/>
            <ac:grpSpMk id="40" creationId="{09DA5303-A1AF-4830-806C-51FCD96188B7}"/>
          </ac:grpSpMkLst>
        </pc:grpChg>
        <pc:grpChg chg="add">
          <ac:chgData name="Pelletier, Xavier" userId="22aaddba-8680-46ca-85c7-44db858b683d" providerId="ADAL" clId="{4ECAEDD1-DC4B-4236-9B98-EAB710DDB7D3}" dt="2026-05-25T05:16:28.958" v="850" actId="26606"/>
          <ac:grpSpMkLst>
            <pc:docMk/>
            <pc:sldMk cId="3707230773" sldId="292"/>
            <ac:grpSpMk id="47" creationId="{DAA26DFA-AAB2-4973-9C17-16D587C7B198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05:15:32.581" v="834" actId="26606"/>
        <pc:sldMkLst>
          <pc:docMk/>
          <pc:sldMk cId="3947119217" sldId="293"/>
        </pc:sldMkLst>
        <pc:spChg chg="mod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3" creationId="{8CEDFECF-E02D-DD70-1745-3E53A71C524C}"/>
          </ac:spMkLst>
        </pc:spChg>
        <pc:spChg chg="del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23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5:32.581" v="834" actId="26606"/>
          <ac:spMkLst>
            <pc:docMk/>
            <pc:sldMk cId="3947119217" sldId="293"/>
            <ac:spMk id="25" creationId="{C13EF075-D4EF-4929-ADBC-91B27DA19955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05:15:30.668" v="833" actId="26606"/>
        <pc:sldMkLst>
          <pc:docMk/>
          <pc:sldMk cId="4202516654" sldId="294"/>
        </pc:sldMkLst>
        <pc:spChg chg="mod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3" creationId="{0CDE9D8B-65F8-206D-9F24-C2EE1216EA0B}"/>
          </ac:spMkLst>
        </pc:spChg>
        <pc:spChg chg="del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23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5:30.668" v="833" actId="26606"/>
          <ac:spMkLst>
            <pc:docMk/>
            <pc:sldMk cId="4202516654" sldId="294"/>
            <ac:spMk id="25" creationId="{C13EF075-D4EF-4929-ADBC-91B27DA19955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05:15:26.219" v="832" actId="26606"/>
        <pc:sldMkLst>
          <pc:docMk/>
          <pc:sldMk cId="2679165274" sldId="295"/>
        </pc:sldMkLst>
        <pc:spChg chg="mod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3" creationId="{6DBA5DC1-6BBD-562D-F6D3-C75AD628CA5B}"/>
          </ac:spMkLst>
        </pc:spChg>
        <pc:spChg chg="del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23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5:26.219" v="832" actId="26606"/>
          <ac:spMkLst>
            <pc:docMk/>
            <pc:sldMk cId="2679165274" sldId="295"/>
            <ac:spMk id="25" creationId="{C13EF075-D4EF-4929-ADBC-91B27DA19955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05:15:24.621" v="831" actId="26606"/>
        <pc:sldMkLst>
          <pc:docMk/>
          <pc:sldMk cId="2655398823" sldId="296"/>
        </pc:sldMkLst>
        <pc:spChg chg="mod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3" creationId="{6725EB8E-8991-B6F4-3B42-2F3CD8ECFE73}"/>
          </ac:spMkLst>
        </pc:spChg>
        <pc:spChg chg="del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23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5:24.621" v="831" actId="26606"/>
          <ac:spMkLst>
            <pc:docMk/>
            <pc:sldMk cId="2655398823" sldId="296"/>
            <ac:spMk id="25" creationId="{C13EF075-D4EF-4929-ADBC-91B27DA19955}"/>
          </ac:spMkLst>
        </pc:spChg>
      </pc:sldChg>
      <pc:sldChg chg="addSp delSp modSp mod ord">
        <pc:chgData name="Pelletier, Xavier" userId="22aaddba-8680-46ca-85c7-44db858b683d" providerId="ADAL" clId="{4ECAEDD1-DC4B-4236-9B98-EAB710DDB7D3}" dt="2026-05-25T05:15:20.032" v="829" actId="26606"/>
        <pc:sldMkLst>
          <pc:docMk/>
          <pc:sldMk cId="3945852697" sldId="297"/>
        </pc:sldMkLst>
        <pc:spChg chg="mod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3" creationId="{2093E778-16ED-E8A9-C68C-C1A6AAE4D9C6}"/>
          </ac:spMkLst>
        </pc:spChg>
        <pc:spChg chg="del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23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05:15:20.032" v="829" actId="26606"/>
          <ac:spMkLst>
            <pc:docMk/>
            <pc:sldMk cId="3945852697" sldId="297"/>
            <ac:spMk id="25" creationId="{C13EF075-D4EF-4929-ADBC-91B27DA1995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 Hichem </a:t>
            </a:r>
            <a:r>
              <a:rPr lang="en-US" sz="2000" dirty="0" err="1">
                <a:solidFill>
                  <a:schemeClr val="tx2"/>
                </a:solidFill>
              </a:rPr>
              <a:t>Khederi</a:t>
            </a:r>
            <a:r>
              <a:rPr lang="en-US" sz="2000" dirty="0">
                <a:solidFill>
                  <a:schemeClr val="tx2"/>
                </a:solidFill>
              </a:rPr>
              <a:t>, Eric Djiben, </a:t>
            </a:r>
            <a:r>
              <a:rPr lang="en-US" sz="2000" dirty="0" err="1">
                <a:solidFill>
                  <a:schemeClr val="tx2"/>
                </a:solidFill>
              </a:rPr>
              <a:t>Glodie</a:t>
            </a:r>
            <a:r>
              <a:rPr lang="en-US" sz="2000" dirty="0">
                <a:solidFill>
                  <a:schemeClr val="tx2"/>
                </a:solidFill>
              </a:rPr>
              <a:t> Katanga</a:t>
            </a:r>
          </a:p>
          <a:p>
            <a:pPr algn="l"/>
            <a:endParaRPr lang="en-US" sz="2000" dirty="0">
              <a:solidFill>
                <a:schemeClr val="tx2"/>
              </a:solidFill>
            </a:endParaRP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rgbClr val="3F3F3F"/>
                </a:solidFill>
              </a:rPr>
              <a:t>Objectif du </a:t>
            </a:r>
            <a:r>
              <a:rPr lang="en-US" sz="3600" dirty="0" err="1">
                <a:solidFill>
                  <a:srgbClr val="3F3F3F"/>
                </a:solidFill>
              </a:rPr>
              <a:t>projet</a:t>
            </a:r>
            <a:endParaRPr lang="en-US" sz="3600" kern="1200" dirty="0">
              <a:solidFill>
                <a:srgbClr val="3F3F3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 dirty="0">
                <a:solidFill>
                  <a:schemeClr val="tx2"/>
                </a:solidFill>
              </a:rPr>
              <a:t>Description de l’application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8137" y="0"/>
            <a:ext cx="5646974" cy="6483075"/>
            <a:chOff x="-19221" y="0"/>
            <a:chExt cx="5646974" cy="6483075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96EA39A-3153-BB7F-9089-3F1D8C4F7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53641"/>
            <a:ext cx="3669161" cy="2760098"/>
          </a:xfrm>
        </p:spPr>
        <p:txBody>
          <a:bodyPr>
            <a:normAutofit/>
          </a:bodyPr>
          <a:lstStyle/>
          <a:p>
            <a:r>
              <a:rPr lang="fr-CA" sz="4000">
                <a:solidFill>
                  <a:schemeClr val="tx2"/>
                </a:solidFill>
              </a:rPr>
              <a:t>Interface utilisateur (Frontend)</a:t>
            </a:r>
            <a:br>
              <a:rPr lang="fr-CA" sz="4000">
                <a:solidFill>
                  <a:schemeClr val="tx2"/>
                </a:solidFill>
              </a:rPr>
            </a:br>
            <a:endParaRPr lang="fr-CA" sz="40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0EE006-C64C-89BE-4FEE-7D4A9B1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01866"/>
            <a:ext cx="5306084" cy="5230634"/>
          </a:xfrm>
          <a:noFill/>
          <a:ln>
            <a:noFill/>
          </a:ln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Application React (Vite), avec une navigation par rôles: client, utilisateur (employé), admin.</a:t>
            </a:r>
          </a:p>
          <a:p>
            <a:r>
              <a:rPr lang="fr-CA" sz="1800">
                <a:solidFill>
                  <a:schemeClr val="tx2"/>
                </a:solidFill>
              </a:rPr>
              <a:t>Le frontend affiche les écrans, récupère les données via API HTTP, et gère l’état de session (token, type d’utilisateur).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9218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CF75AD06-DFC4-4B3A-8490-330823D0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C587C93-0840-40DF-96D5-D1F2137E6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ECAA13-4C46-6EBA-FD13-47843A409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401859"/>
            <a:ext cx="4130185" cy="4054282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Serveur applicatif (Backend)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E02D55A-F529-4B19-BAF9-F63240A7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3839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60367E3C-3947-493D-9458-5955DB20AE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E8D9785-21DB-4CE6-B138-2999AD616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3AA5AD5-8F29-4165-8112-305DDDDDD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2A4EC0CF-F38F-4D7F-B48D-9A26E814DF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F486B3-6605-3E82-9D37-5FB904521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0" y="1553134"/>
            <a:ext cx="6128539" cy="3751732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API REST Node.js avec Express.</a:t>
            </a:r>
          </a:p>
          <a:p>
            <a:r>
              <a:rPr lang="fr-CA" sz="1800">
                <a:solidFill>
                  <a:schemeClr val="tx2"/>
                </a:solidFill>
              </a:rPr>
              <a:t>Le serveur centralise la logique métier: authentification, gestion des dossiers, demandes, factures, documents, utilisateurs.</a:t>
            </a:r>
          </a:p>
          <a:p>
            <a:r>
              <a:rPr lang="fr-CA" sz="1800">
                <a:solidFill>
                  <a:schemeClr val="tx2"/>
                </a:solidFill>
              </a:rPr>
              <a:t>Le backend applique aussi les règles de sécurité (middlewares JWT + vérification des rôles).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7A3A52F-BCB3-444D-9372-EE018B135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8535970" y="4114799"/>
            <a:ext cx="3655725" cy="2743201"/>
            <a:chOff x="-305" y="-1"/>
            <a:chExt cx="3832880" cy="2876136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91E32C13-DED6-4967-85B8-68DD77103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38DDA515-BC6A-47FB-951E-E1E7928750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EEFA7-6787-4EC0-8284-6D3D273061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A9621AC-50AB-4B43-896D-78FE571A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14449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8137" y="0"/>
            <a:ext cx="5646974" cy="6483075"/>
            <a:chOff x="-19221" y="0"/>
            <a:chExt cx="5646974" cy="6483075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9B89CC1-59C9-CB85-AAA4-4BEB84F7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53641"/>
            <a:ext cx="3669161" cy="2760098"/>
          </a:xfrm>
        </p:spPr>
        <p:txBody>
          <a:bodyPr>
            <a:normAutofit/>
          </a:bodyPr>
          <a:lstStyle/>
          <a:p>
            <a:r>
              <a:rPr lang="fr-CA" sz="4000">
                <a:solidFill>
                  <a:schemeClr val="tx2"/>
                </a:solidFill>
              </a:rPr>
              <a:t>Base de données</a:t>
            </a:r>
            <a:br>
              <a:rPr lang="fr-CA" sz="4000">
                <a:solidFill>
                  <a:schemeClr val="tx2"/>
                </a:solidFill>
              </a:rPr>
            </a:br>
            <a:endParaRPr lang="fr-CA" sz="40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D4E4AE-7827-6215-FB10-CDD654FE1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01866"/>
            <a:ext cx="5306084" cy="5230634"/>
          </a:xfrm>
          <a:noFill/>
          <a:ln>
            <a:noFill/>
          </a:ln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SQLite avec Knex pour l’accès et l’initialisation du schéma.</a:t>
            </a:r>
          </a:p>
          <a:p>
            <a:r>
              <a:rPr lang="fr-CA" sz="1800">
                <a:solidFill>
                  <a:schemeClr val="tx2"/>
                </a:solidFill>
              </a:rPr>
              <a:t>Modèle relationnel autour des entités clés: client, utilisateur, admin, dossier, type_demande, facture, document, note.</a:t>
            </a:r>
          </a:p>
          <a:p>
            <a:r>
              <a:rPr lang="fr-CA" sz="1800">
                <a:solidFill>
                  <a:schemeClr val="tx2"/>
                </a:solidFill>
              </a:rPr>
              <a:t>Initialisation automatique des tables au démarrage du serveur.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3817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CF75AD06-DFC4-4B3A-8490-330823D0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C587C93-0840-40DF-96D5-D1F2137E6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9DBEDA-4C83-D555-71D6-D6B193098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401859"/>
            <a:ext cx="4130185" cy="4054282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Partie client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grpSp>
        <p:nvGrpSpPr>
          <p:cNvPr id="40" name="Group 26">
            <a:extLst>
              <a:ext uri="{FF2B5EF4-FFF2-40B4-BE49-F238E27FC236}">
                <a16:creationId xmlns:a16="http://schemas.microsoft.com/office/drawing/2014/main" id="{5E02D55A-F529-4B19-BAF9-F63240A7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3839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41" name="Freeform: Shape 27">
              <a:extLst>
                <a:ext uri="{FF2B5EF4-FFF2-40B4-BE49-F238E27FC236}">
                  <a16:creationId xmlns:a16="http://schemas.microsoft.com/office/drawing/2014/main" id="{60367E3C-3947-493D-9458-5955DB20AE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: Shape 28">
              <a:extLst>
                <a:ext uri="{FF2B5EF4-FFF2-40B4-BE49-F238E27FC236}">
                  <a16:creationId xmlns:a16="http://schemas.microsoft.com/office/drawing/2014/main" id="{1E8D9785-21DB-4CE6-B138-2999AD616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29">
              <a:extLst>
                <a:ext uri="{FF2B5EF4-FFF2-40B4-BE49-F238E27FC236}">
                  <a16:creationId xmlns:a16="http://schemas.microsoft.com/office/drawing/2014/main" id="{43AA5AD5-8F29-4165-8112-305DDDDDD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30">
              <a:extLst>
                <a:ext uri="{FF2B5EF4-FFF2-40B4-BE49-F238E27FC236}">
                  <a16:creationId xmlns:a16="http://schemas.microsoft.com/office/drawing/2014/main" id="{2A4EC0CF-F38F-4D7F-B48D-9A26E814DF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2AFA30-E95F-1911-5FA4-349B147FB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0" y="1553134"/>
            <a:ext cx="6128539" cy="3751732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composants UI, pages, routes, services d’appels API.</a:t>
            </a:r>
          </a:p>
          <a:p>
            <a:r>
              <a:rPr lang="fr-CA" sz="1800">
                <a:solidFill>
                  <a:schemeClr val="tx2"/>
                </a:solidFill>
              </a:rPr>
              <a:t>Séparation entre pages métier (dashboard, suivi, gestion demande) et utilitaires communs (auth/session/fetch).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7A3A52F-BCB3-444D-9372-EE018B135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8535970" y="4114799"/>
            <a:ext cx="3655725" cy="2743201"/>
            <a:chOff x="-305" y="-1"/>
            <a:chExt cx="3832880" cy="2876136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1E32C13-DED6-4967-85B8-68DD77103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38DDA515-BC6A-47FB-951E-E1E7928750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97EEFA7-6787-4EC0-8284-6D3D273061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A9621AC-50AB-4B43-896D-78FE571A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96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8137" y="0"/>
            <a:ext cx="5646974" cy="6483075"/>
            <a:chOff x="-19221" y="0"/>
            <a:chExt cx="5646974" cy="6483075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DFAD1E24-A149-F4A2-7F72-DF12394A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53641"/>
            <a:ext cx="3669161" cy="2760098"/>
          </a:xfrm>
        </p:spPr>
        <p:txBody>
          <a:bodyPr>
            <a:normAutofit/>
          </a:bodyPr>
          <a:lstStyle/>
          <a:p>
            <a:r>
              <a:rPr lang="fr-CA" sz="4000">
                <a:solidFill>
                  <a:schemeClr val="tx2"/>
                </a:solidFill>
              </a:rPr>
              <a:t>Partie serveur</a:t>
            </a:r>
            <a:br>
              <a:rPr lang="fr-CA" sz="4000">
                <a:solidFill>
                  <a:schemeClr val="tx2"/>
                </a:solidFill>
              </a:rPr>
            </a:br>
            <a:endParaRPr lang="fr-CA" sz="40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E72658-578E-8010-30C3-162D2F7DF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01866"/>
            <a:ext cx="5306084" cy="5230634"/>
          </a:xfrm>
          <a:noFill/>
          <a:ln>
            <a:noFill/>
          </a:ln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Entrée serveur (montage des routes + middlewares globaux).</a:t>
            </a:r>
          </a:p>
          <a:p>
            <a:r>
              <a:rPr lang="fr-CA" sz="1800">
                <a:solidFill>
                  <a:schemeClr val="tx2"/>
                </a:solidFill>
              </a:rPr>
              <a:t>Dossiers par domaine: routes, controllers, auth middleware, documentation API.</a:t>
            </a:r>
          </a:p>
          <a:p>
            <a:r>
              <a:rPr lang="fr-CA" sz="1800">
                <a:solidFill>
                  <a:schemeClr val="tx2"/>
                </a:solidFill>
              </a:rPr>
              <a:t>La logique est découpée par ressources métier (dossiers, demandes, factures, etc.).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8535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8137" y="0"/>
            <a:ext cx="5646974" cy="6483075"/>
            <a:chOff x="-19221" y="0"/>
            <a:chExt cx="5646974" cy="6483075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289343B9-A91C-1F8B-B6EC-3FF07E54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53641"/>
            <a:ext cx="3669161" cy="2760098"/>
          </a:xfrm>
        </p:spPr>
        <p:txBody>
          <a:bodyPr>
            <a:normAutofit/>
          </a:bodyPr>
          <a:lstStyle/>
          <a:p>
            <a:r>
              <a:rPr lang="fr-CA" sz="4000">
                <a:solidFill>
                  <a:schemeClr val="tx2"/>
                </a:solidFill>
              </a:rPr>
              <a:t>Données et documentation</a:t>
            </a:r>
            <a:br>
              <a:rPr lang="fr-CA" sz="4000">
                <a:solidFill>
                  <a:schemeClr val="tx2"/>
                </a:solidFill>
              </a:rPr>
            </a:br>
            <a:endParaRPr lang="fr-CA" sz="40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37476F-5E8D-6AB1-5EC8-A316C4E3B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01866"/>
            <a:ext cx="5306084" cy="5230634"/>
          </a:xfrm>
          <a:noFill/>
          <a:ln>
            <a:noFill/>
          </a:ln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Schéma/initialisation de la base dans un module dédié.</a:t>
            </a:r>
          </a:p>
          <a:p>
            <a:r>
              <a:rPr lang="fr-CA" sz="1800">
                <a:solidFill>
                  <a:schemeClr val="tx2"/>
                </a:solidFill>
              </a:rPr>
              <a:t>Documentation API (Swagger/Postman) intégrée au projet.</a:t>
            </a:r>
          </a:p>
          <a:p>
            <a:r>
              <a:rPr lang="fr-CA" sz="1800">
                <a:solidFill>
                  <a:schemeClr val="tx2"/>
                </a:solidFill>
              </a:rPr>
              <a:t>Dossiers d’analyse/conception séparés pour la partie académique/fonctionnelle.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630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8137" y="0"/>
            <a:ext cx="5646974" cy="6483075"/>
            <a:chOff x="-19221" y="0"/>
            <a:chExt cx="5646974" cy="6483075"/>
          </a:xfrm>
        </p:grpSpPr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4259450-96F1-16FA-31F2-ED0217A8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53641"/>
            <a:ext cx="3669161" cy="2760098"/>
          </a:xfrm>
        </p:spPr>
        <p:txBody>
          <a:bodyPr>
            <a:normAutofit/>
          </a:bodyPr>
          <a:lstStyle/>
          <a:p>
            <a:r>
              <a:rPr lang="fr-CA" sz="4000">
                <a:solidFill>
                  <a:schemeClr val="tx2"/>
                </a:solidFill>
              </a:rPr>
              <a:t>Architecture monolithique full-stack</a:t>
            </a:r>
            <a:br>
              <a:rPr lang="fr-CA" sz="4000">
                <a:solidFill>
                  <a:schemeClr val="tx2"/>
                </a:solidFill>
              </a:rPr>
            </a:br>
            <a:endParaRPr lang="fr-CA" sz="40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521E48-2EC5-FBFB-8C5A-C5232FC3C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01866"/>
            <a:ext cx="5306084" cy="5230634"/>
          </a:xfrm>
          <a:noFill/>
          <a:ln>
            <a:noFill/>
          </a:ln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Un seul backend Express qui sert l’API et peut aussi servir le build frontend.</a:t>
            </a:r>
          </a:p>
          <a:p>
            <a:r>
              <a:rPr lang="fr-CA" sz="1800">
                <a:solidFill>
                  <a:schemeClr val="tx2"/>
                </a:solidFill>
              </a:rPr>
              <a:t>Choix simple à déployer et adapté à un projet académique/PME.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667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47" name="Group 39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48" name="Freeform: Shape 40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1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2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30015DF-A0F1-C1F6-3FFB-F4CF31DE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Sécurité par JWT + rôles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FF2C8-BE02-6083-110D-ED5A3A173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Authentification stateless avec token.</a:t>
            </a:r>
          </a:p>
          <a:p>
            <a:r>
              <a:rPr lang="fr-CA" sz="1800">
                <a:solidFill>
                  <a:schemeClr val="tx2"/>
                </a:solidFill>
              </a:rPr>
              <a:t>Autorisation fine selon le rôle (client, employé, admin) et contrôle d’accès aux dossiers.</a:t>
            </a:r>
          </a:p>
          <a:p>
            <a:r>
              <a:rPr lang="fr-CA" sz="1800">
                <a:solidFill>
                  <a:schemeClr val="tx2"/>
                </a:solidFill>
              </a:rPr>
              <a:t>Permet de sécuriser les endpoints sensibles (facturation, gestion utilisateurs, etc.).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230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B4169858-18CC-11D4-C3EE-E1DC1D46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SQLite + Knex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DFECF-E02D-DD70-1745-3E53A71C5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SQLite: rapide à mettre en place, léger pour développement/prototype.</a:t>
            </a:r>
          </a:p>
          <a:p>
            <a:r>
              <a:rPr lang="fr-CA" sz="1800">
                <a:solidFill>
                  <a:schemeClr val="tx2"/>
                </a:solidFill>
              </a:rPr>
              <a:t>Knex: requêtes SQL structurées, portabilité future vers PostgreSQL/MySQL plus facile.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119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531BC62-FC36-6BCA-7F87-3F93AF22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Frontend React avec routage par espace métier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E9D8B-65F8-206D-9F24-C2EE1216E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Parcours utilisateur séparés selon le profil.</a:t>
            </a:r>
          </a:p>
          <a:p>
            <a:r>
              <a:rPr lang="fr-CA" sz="1800">
                <a:solidFill>
                  <a:schemeClr val="tx2"/>
                </a:solidFill>
              </a:rPr>
              <a:t>Expérience plus claire: liste de suivi d’un côté, page dédiée pour gérer une demande de l’autre.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2516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342BAE8-5361-68E5-F13E-B111C6363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API orientée ressources métier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BA5DC1-6BBD-562D-F6D3-C75AD628C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Endpoints regroupés par domaine (demandes, dossiers, factures…).</a:t>
            </a:r>
          </a:p>
          <a:p>
            <a:r>
              <a:rPr lang="fr-CA" sz="1800">
                <a:solidFill>
                  <a:schemeClr val="tx2"/>
                </a:solidFill>
              </a:rPr>
              <a:t>Bonne lisibilité et extensibilité fonctionnelle.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9165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B504346-F4EF-DAA9-51F3-CEBE0FD2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Documentation intégrée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25EB8E-8991-B6F4-3B42-2F3CD8ECF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Swagger/Postman inclus, ce qui facilite les tests API et la démonstration en présentation.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5398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8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8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8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8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E1A3504-3D36-4373-DB6B-0A5B4CF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813290-1677-6F1D-85F5-DD9DF40B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Ajouter des tests automatisés:</a:t>
            </a:r>
          </a:p>
          <a:p>
            <a:r>
              <a:rPr lang="fr-CA" sz="1800">
                <a:solidFill>
                  <a:schemeClr val="tx2"/>
                </a:solidFill>
              </a:rPr>
              <a:t>Tests unitaires (logique métier)</a:t>
            </a:r>
          </a:p>
          <a:p>
            <a:r>
              <a:rPr lang="fr-CA" sz="1800">
                <a:solidFill>
                  <a:schemeClr val="tx2"/>
                </a:solidFill>
              </a:rPr>
              <a:t>Tests d’intégration API</a:t>
            </a:r>
          </a:p>
          <a:p>
            <a:r>
              <a:rPr lang="fr-CA" sz="1800">
                <a:solidFill>
                  <a:schemeClr val="tx2"/>
                </a:solidFill>
              </a:rPr>
              <a:t>Tests E2E sur les parcours clés (connexion, demande, suivi, facture)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9093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31DBC1CC-9D71-FF06-F353-A5F0F9E88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Fonctionnalités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93E778-16ED-E8A9-C68C-C1A6AAE4D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CA" sz="1800">
                <a:solidFill>
                  <a:schemeClr val="tx2"/>
                </a:solidFill>
              </a:rPr>
              <a:t>Notifications automatiques:</a:t>
            </a:r>
          </a:p>
          <a:p>
            <a:pPr marL="0" indent="0">
              <a:buNone/>
            </a:pPr>
            <a:r>
              <a:rPr lang="fr-CA" sz="1800">
                <a:solidFill>
                  <a:schemeClr val="tx2"/>
                </a:solidFill>
              </a:rPr>
              <a:t>Email ou notifications in-app lors des changements de statut</a:t>
            </a:r>
          </a:p>
          <a:p>
            <a:pPr marL="0" indent="0">
              <a:buNone/>
            </a:pPr>
            <a:r>
              <a:rPr lang="fr-CA" sz="1800">
                <a:solidFill>
                  <a:schemeClr val="tx2"/>
                </a:solidFill>
              </a:rPr>
              <a:t>Alertes de facture proche de l’échéance</a:t>
            </a:r>
          </a:p>
          <a:p>
            <a:r>
              <a:rPr lang="fr-CA" sz="1800">
                <a:solidFill>
                  <a:schemeClr val="tx2"/>
                </a:solidFill>
              </a:rPr>
              <a:t>Espace messagerie client-agent:</a:t>
            </a:r>
          </a:p>
          <a:p>
            <a:pPr marL="0" indent="0">
              <a:buNone/>
            </a:pPr>
            <a:r>
              <a:rPr lang="fr-CA" sz="1800">
                <a:solidFill>
                  <a:schemeClr val="tx2"/>
                </a:solidFill>
              </a:rPr>
              <a:t>Chat lié à chaque dossier/demande</a:t>
            </a:r>
          </a:p>
          <a:p>
            <a:pPr marL="0" indent="0">
              <a:buNone/>
            </a:pPr>
            <a:r>
              <a:rPr lang="fr-CA" sz="1800">
                <a:solidFill>
                  <a:schemeClr val="tx2"/>
                </a:solidFill>
              </a:rPr>
              <a:t>Historique des échanges</a:t>
            </a:r>
          </a:p>
          <a:p>
            <a:endParaRPr lang="fr-CA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5852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>
            <a:normAutofit/>
          </a:bodyPr>
          <a:lstStyle/>
          <a:p>
            <a:r>
              <a:rPr lang="fr-CA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99" y="713313"/>
            <a:ext cx="5257801" cy="5431376"/>
          </a:xfrm>
        </p:spPr>
        <p:txBody>
          <a:bodyPr anchor="ctr">
            <a:normAutofit/>
          </a:bodyPr>
          <a:lstStyle/>
          <a:p>
            <a:r>
              <a:rPr lang="fr-FR" sz="2000"/>
              <a:t>Notre plateforme simplifie les démarches d’immigration</a:t>
            </a:r>
          </a:p>
          <a:p>
            <a:r>
              <a:rPr lang="fr-FR" sz="2000"/>
              <a:t>Le système permet un meilleur suivi des dossiers</a:t>
            </a:r>
          </a:p>
          <a:p>
            <a:r>
              <a:rPr lang="fr-FR" sz="2000"/>
              <a:t>Les utilisateurs gagnent du temps grâce à la centralisation</a:t>
            </a:r>
          </a:p>
          <a:p>
            <a:r>
              <a:rPr lang="fr-FR" sz="2000"/>
              <a:t>Le projet nous a permis de développer nos compétences full-stack</a:t>
            </a:r>
          </a:p>
          <a:p>
            <a:r>
              <a:rPr lang="fr-FR" sz="2000"/>
              <a:t>Améliorations futures : paiements en ligne, notifications et hébergement cloud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768</Words>
  <Application>Microsoft Office PowerPoint</Application>
  <PresentationFormat>Grand écran</PresentationFormat>
  <Paragraphs>96</Paragraphs>
  <Slides>21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Thème Office</vt:lpstr>
      <vt:lpstr>Site d’immigration</vt:lpstr>
      <vt:lpstr>Objectif du projet</vt:lpstr>
      <vt:lpstr>Description de l’application</vt:lpstr>
      <vt:lpstr>Technologies utilisées</vt:lpstr>
      <vt:lpstr>Gestion des rôles et sécurité</vt:lpstr>
      <vt:lpstr>Interface utilisateur (Frontend) </vt:lpstr>
      <vt:lpstr>Serveur applicatif (Backend) </vt:lpstr>
      <vt:lpstr>Base de données </vt:lpstr>
      <vt:lpstr>Partie client </vt:lpstr>
      <vt:lpstr>Partie serveur </vt:lpstr>
      <vt:lpstr>Données et documentation </vt:lpstr>
      <vt:lpstr>Architecture monolithique full-stack </vt:lpstr>
      <vt:lpstr>Sécurité par JWT + rôles </vt:lpstr>
      <vt:lpstr>SQLite + Knex </vt:lpstr>
      <vt:lpstr>Frontend React avec routage par espace métier </vt:lpstr>
      <vt:lpstr>API orientée ressources métier </vt:lpstr>
      <vt:lpstr>Documentation intégrée </vt:lpstr>
      <vt:lpstr>Défis rencontrés</vt:lpstr>
      <vt:lpstr>Améliorations possibles</vt:lpstr>
      <vt:lpstr>Fonctionnalités possibles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Pelletier, Xavier</cp:lastModifiedBy>
  <cp:revision>7</cp:revision>
  <dcterms:created xsi:type="dcterms:W3CDTF">2026-05-24T18:38:47Z</dcterms:created>
  <dcterms:modified xsi:type="dcterms:W3CDTF">2026-05-25T05:16:41Z</dcterms:modified>
</cp:coreProperties>
</file>