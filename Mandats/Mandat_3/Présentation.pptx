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59" r:id="rId7"/>
    <p:sldId id="262" r:id="rId8"/>
    <p:sldId id="257" r:id="rId9"/>
    <p:sldId id="263" r:id="rId10"/>
    <p:sldId id="264" r:id="rId11"/>
    <p:sldId id="265" r:id="rId12"/>
    <p:sldId id="268" r:id="rId13"/>
    <p:sldId id="266" r:id="rId14"/>
    <p:sldId id="267" r:id="rId15"/>
    <p:sldId id="270" r:id="rId16"/>
    <p:sldId id="274" r:id="rId17"/>
    <p:sldId id="273" r:id="rId18"/>
    <p:sldId id="272" r:id="rId19"/>
    <p:sldId id="27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79" r:id="rId36"/>
    <p:sldId id="280" r:id="rId37"/>
    <p:sldId id="281" r:id="rId38"/>
    <p:sldId id="297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  <p1510:client id="{67052B3A-9D0C-4B72-9243-37F6DA000362}" v="30" dt="2026-05-25T02:43:23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chem Khederi" userId="d27f54ca4b7deeec" providerId="LiveId" clId="{3D80AC5A-925F-481E-85D3-9CA48BD9A3B3}"/>
    <pc:docChg chg="undo custSel addSld modSld">
      <pc:chgData name="Hichem Khederi" userId="d27f54ca4b7deeec" providerId="LiveId" clId="{3D80AC5A-925F-481E-85D3-9CA48BD9A3B3}" dt="2026-05-25T02:43:58.035" v="517" actId="26606"/>
      <pc:docMkLst>
        <pc:docMk/>
      </pc:docMkLst>
      <pc:sldChg chg="modSp mod">
        <pc:chgData name="Hichem Khederi" userId="d27f54ca4b7deeec" providerId="LiveId" clId="{3D80AC5A-925F-481E-85D3-9CA48BD9A3B3}" dt="2026-05-25T02:20:37.557" v="286" actId="20577"/>
        <pc:sldMkLst>
          <pc:docMk/>
          <pc:sldMk cId="1884478176" sldId="258"/>
        </pc:sldMkLst>
        <pc:spChg chg="mod">
          <ac:chgData name="Hichem Khederi" userId="d27f54ca4b7deeec" providerId="LiveId" clId="{3D80AC5A-925F-481E-85D3-9CA48BD9A3B3}" dt="2026-05-25T02:20:37.557" v="286" actId="20577"/>
          <ac:spMkLst>
            <pc:docMk/>
            <pc:sldMk cId="1884478176" sldId="258"/>
            <ac:spMk id="2" creationId="{19D7C141-5770-85F2-4C3C-67C0E0ACB50B}"/>
          </ac:spMkLst>
        </pc:spChg>
      </pc:sldChg>
      <pc:sldChg chg="modSp mod">
        <pc:chgData name="Hichem Khederi" userId="d27f54ca4b7deeec" providerId="LiveId" clId="{3D80AC5A-925F-481E-85D3-9CA48BD9A3B3}" dt="2026-05-25T02:21:32.071" v="360" actId="20577"/>
        <pc:sldMkLst>
          <pc:docMk/>
          <pc:sldMk cId="0" sldId="276"/>
        </pc:sldMkLst>
        <pc:spChg chg="mod">
          <ac:chgData name="Hichem Khederi" userId="d27f54ca4b7deeec" providerId="LiveId" clId="{3D80AC5A-925F-481E-85D3-9CA48BD9A3B3}" dt="2026-05-25T02:21:32.071" v="360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Hichem Khederi" userId="d27f54ca4b7deeec" providerId="LiveId" clId="{3D80AC5A-925F-481E-85D3-9CA48BD9A3B3}" dt="2026-05-25T02:41:15.686" v="480" actId="20577"/>
        <pc:sldMkLst>
          <pc:docMk/>
          <pc:sldMk cId="74909326" sldId="281"/>
        </pc:sldMkLst>
        <pc:spChg chg="mod">
          <ac:chgData name="Hichem Khederi" userId="d27f54ca4b7deeec" providerId="LiveId" clId="{3D80AC5A-925F-481E-85D3-9CA48BD9A3B3}" dt="2026-05-25T02:41:15.686" v="480" actId="20577"/>
          <ac:spMkLst>
            <pc:docMk/>
            <pc:sldMk cId="74909326" sldId="281"/>
            <ac:spMk id="3" creationId="{5F813290-1677-6F1D-85F5-DD9DF40B2908}"/>
          </ac:spMkLst>
        </pc:spChg>
      </pc:sldChg>
      <pc:sldChg chg="addSp modSp new mod setBg">
        <pc:chgData name="Hichem Khederi" userId="d27f54ca4b7deeec" providerId="LiveId" clId="{3D80AC5A-925F-481E-85D3-9CA48BD9A3B3}" dt="2026-05-25T02:37:25.209" v="460" actId="26606"/>
        <pc:sldMkLst>
          <pc:docMk/>
          <pc:sldMk cId="3040778107" sldId="282"/>
        </pc:sldMkLst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3" creationId="{242566C1-C54E-C990-B945-7FB9DCC53588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1.217" v="461" actId="26606"/>
        <pc:sldMkLst>
          <pc:docMk/>
          <pc:sldMk cId="789218725" sldId="283"/>
        </pc:sldMkLst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3" creationId="{480EE006-C64C-89BE-4FEE-7D4A9B1F0CBF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6.507" v="462" actId="26606"/>
        <pc:sldMkLst>
          <pc:docMk/>
          <pc:sldMk cId="714449467" sldId="284"/>
        </pc:sldMkLst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3" creationId="{69F486B3-6605-3E82-9D37-5FB90452198E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40.231" v="463" actId="26606"/>
        <pc:sldMkLst>
          <pc:docMk/>
          <pc:sldMk cId="3783817818" sldId="285"/>
        </pc:sldMkLst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3" creationId="{A7D4E4AE-7827-6215-FB10-CDD654FE1271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0.441" v="464" actId="26606"/>
        <pc:sldMkLst>
          <pc:docMk/>
          <pc:sldMk cId="3030413527" sldId="286"/>
        </pc:sldMkLst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2" creationId="{4B044438-45E9-A3FF-A28C-266C89F2E4BE}"/>
          </ac:spMkLst>
        </pc:spChg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3" creationId="{B617EEC2-0A26-59E4-3B01-A49FF3C933E2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5.610" v="465" actId="26606"/>
        <pc:sldMkLst>
          <pc:docMk/>
          <pc:sldMk cId="19196841" sldId="287"/>
        </pc:sldMkLst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3" creationId="{F52AFA30-E95F-1911-5FA4-349B147FBACF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0.247" v="466" actId="26606"/>
        <pc:sldMkLst>
          <pc:docMk/>
          <pc:sldMk cId="3878535886" sldId="288"/>
        </pc:sldMkLst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3" creationId="{F2E72658-578E-8010-30C3-162D2F7DF70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4.035" v="467" actId="26606"/>
        <pc:sldMkLst>
          <pc:docMk/>
          <pc:sldMk cId="2546630341" sldId="289"/>
        </pc:sldMkLst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3" creationId="{2437476F-5E8D-6AB1-5EC8-A316C4E3B2C8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7.376" v="468" actId="26606"/>
        <pc:sldMkLst>
          <pc:docMk/>
          <pc:sldMk cId="2726588638" sldId="290"/>
        </pc:sldMkLst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2" creationId="{FCCD56BE-3E4A-3ABE-5624-A8D51ABE73F3}"/>
          </ac:spMkLst>
        </pc:spChg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3" creationId="{F858DBAE-6385-18BB-766F-50E89D2ADE7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1.156" v="469" actId="26606"/>
        <pc:sldMkLst>
          <pc:docMk/>
          <pc:sldMk cId="1693667234" sldId="291"/>
        </pc:sldMkLst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3" creationId="{BC521E48-2EC5-FBFB-8C5A-C5232FC3C2F8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5.440" v="470" actId="26606"/>
        <pc:sldMkLst>
          <pc:docMk/>
          <pc:sldMk cId="3707230773" sldId="292"/>
        </pc:sldMkLst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3" creationId="{ECEFF2C8-BE02-6083-110D-ED5A3A173992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9.029" v="471" actId="26606"/>
        <pc:sldMkLst>
          <pc:docMk/>
          <pc:sldMk cId="3947119217" sldId="293"/>
        </pc:sldMkLst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3" creationId="{8CEDFECF-E02D-DD70-1745-3E53A71C524C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1.631" v="472" actId="26606"/>
        <pc:sldMkLst>
          <pc:docMk/>
          <pc:sldMk cId="4202516654" sldId="294"/>
        </pc:sldMkLst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3" creationId="{0CDE9D8B-65F8-206D-9F24-C2EE1216EA0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5.363" v="473" actId="26606"/>
        <pc:sldMkLst>
          <pc:docMk/>
          <pc:sldMk cId="2679165274" sldId="295"/>
        </pc:sldMkLst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3" creationId="{6DBA5DC1-6BBD-562D-F6D3-C75AD628CA5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7.918" v="474" actId="26606"/>
        <pc:sldMkLst>
          <pc:docMk/>
          <pc:sldMk cId="2655398823" sldId="296"/>
        </pc:sldMkLst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3" creationId="{6725EB8E-8991-B6F4-3B42-2F3CD8ECFE73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43:58.035" v="517" actId="26606"/>
        <pc:sldMkLst>
          <pc:docMk/>
          <pc:sldMk cId="3945852697" sldId="297"/>
        </pc:sldMkLst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3" creationId="{2093E778-16ED-E8A9-C68C-C1A6AAE4D9C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8" creationId="{A09989E4-EFDC-4A90-A633-E0525FB4139E}"/>
          </ac:spMkLst>
        </pc:spChg>
      </pc:sldChg>
    </pc:docChg>
  </pc:docChgLst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4T19:21:58.516" v="802" actId="26606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4T18:40:12.745" v="121" actId="26606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mod setBg">
        <pc:chgData name="Pelletier, Xavier" userId="22aaddba-8680-46ca-85c7-44db858b683d" providerId="ADAL" clId="{4ECAEDD1-DC4B-4236-9B98-EAB710DDB7D3}" dt="2026-05-24T18:52:35.137" v="406" actId="2057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setBg">
        <pc:chgData name="Pelletier, Xavier" userId="22aaddba-8680-46ca-85c7-44db858b683d" providerId="ADAL" clId="{4ECAEDD1-DC4B-4236-9B98-EAB710DDB7D3}" dt="2026-05-24T18:42:49.392" v="244" actId="478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mod ord">
        <pc:chgData name="Pelletier, Xavier" userId="22aaddba-8680-46ca-85c7-44db858b683d" providerId="ADAL" clId="{4ECAEDD1-DC4B-4236-9B98-EAB710DDB7D3}" dt="2026-05-24T18:46:26.244" v="308" actId="478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48:18.116" v="340" actId="2057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2:15.284" v="401" actId="16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4:03.948" v="432" actId="2057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6:19.110" v="503" actId="2057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mod">
        <pc:chgData name="Pelletier, Xavier" userId="22aaddba-8680-46ca-85c7-44db858b683d" providerId="ADAL" clId="{4ECAEDD1-DC4B-4236-9B98-EAB710DDB7D3}" dt="2026-05-24T19:02:19.389" v="571" actId="2057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mod ord">
        <pc:chgData name="Pelletier, Xavier" userId="22aaddba-8680-46ca-85c7-44db858b683d" providerId="ADAL" clId="{4ECAEDD1-DC4B-4236-9B98-EAB710DDB7D3}" dt="2026-05-24T18:55:37.974" v="485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">
        <pc:chgData name="Pelletier, Xavier" userId="22aaddba-8680-46ca-85c7-44db858b683d" providerId="ADAL" clId="{4ECAEDD1-DC4B-4236-9B98-EAB710DDB7D3}" dt="2026-05-24T18:56:47.678" v="505" actId="2890"/>
        <pc:sldMkLst>
          <pc:docMk/>
          <pc:sldMk cId="148604876" sldId="270"/>
        </pc:sldMkLst>
      </pc:sldChg>
      <pc:sldChg chg="addSp modSp add mod">
        <pc:chgData name="Pelletier, Xavier" userId="22aaddba-8680-46ca-85c7-44db858b683d" providerId="ADAL" clId="{4ECAEDD1-DC4B-4236-9B98-EAB710DDB7D3}" dt="2026-05-24T19:07:26.918" v="701" actId="16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mod">
        <pc:chgData name="Pelletier, Xavier" userId="22aaddba-8680-46ca-85c7-44db858b683d" providerId="ADAL" clId="{4ECAEDD1-DC4B-4236-9B98-EAB710DDB7D3}" dt="2026-05-24T19:06:21.764" v="664" actId="2057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44.454" v="644" actId="2057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28.151" v="622" actId="14100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1:39.717" v="799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1:39.717" v="799" actId="26606"/>
          <ac:grpSpMkLst>
            <pc:docMk/>
            <pc:sldMk cId="0" sldId="279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58.516" v="802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6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8" creationId="{18873D23-2DCF-4B31-A009-95721C06E8E1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">
          <ac:chgData name="Pelletier, Xavier" userId="22aaddba-8680-46ca-85c7-44db858b683d" providerId="ADAL" clId="{4ECAEDD1-DC4B-4236-9B98-EAB710DDB7D3}" dt="2026-05-24T19:21:58.516" v="802" actId="26606"/>
          <ac:grpSpMkLst>
            <pc:docMk/>
            <pc:sldMk cId="0" sldId="280"/>
            <ac:grpSpMk id="12" creationId="{DAA26DFA-AAB2-4973-9C17-16D587C7B198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8.xml"/><Relationship Id="rId4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7" Type="http://schemas.openxmlformats.org/officeDocument/2006/relationships/image" Target="../media/image10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11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image" Target="../media/image12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7" Type="http://schemas.openxmlformats.org/officeDocument/2006/relationships/image" Target="../media/image13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7" Type="http://schemas.openxmlformats.org/officeDocument/2006/relationships/image" Target="../media/image14.png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tags" Target="../tags/tag4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image" Target="../media/image15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7" Type="http://schemas.openxmlformats.org/officeDocument/2006/relationships/image" Target="../media/image16.png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6" Type="http://schemas.openxmlformats.org/officeDocument/2006/relationships/image" Target="../media/image18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19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</a:t>
            </a:r>
            <a:r>
              <a:rPr lang="en-US" sz="2000" dirty="0" err="1">
                <a:solidFill>
                  <a:schemeClr val="tx2"/>
                </a:solidFill>
              </a:rPr>
              <a:t>Khederi</a:t>
            </a:r>
            <a:r>
              <a:rPr lang="en-US" sz="2000" dirty="0">
                <a:solidFill>
                  <a:schemeClr val="tx2"/>
                </a:solidFill>
              </a:rPr>
              <a:t>, Eric Djiben, </a:t>
            </a:r>
            <a:r>
              <a:rPr lang="en-US" sz="2000" dirty="0" err="1">
                <a:solidFill>
                  <a:schemeClr val="tx2"/>
                </a:solidFill>
              </a:rPr>
              <a:t>Glodie</a:t>
            </a:r>
            <a:r>
              <a:rPr lang="en-US" sz="2000" dirty="0">
                <a:solidFill>
                  <a:schemeClr val="tx2"/>
                </a:solidFill>
              </a:rPr>
              <a:t> Katanga</a:t>
            </a: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rgbClr val="3F3F3F"/>
                </a:solidFill>
              </a:rPr>
              <a:t>Objectif du </a:t>
            </a:r>
            <a:r>
              <a:rPr lang="en-US" sz="3600" dirty="0" err="1">
                <a:solidFill>
                  <a:srgbClr val="3F3F3F"/>
                </a:solidFill>
              </a:rPr>
              <a:t>projet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 dirty="0">
                <a:solidFill>
                  <a:schemeClr val="tx2"/>
                </a:solidFill>
              </a:rPr>
              <a:t>Description de l’application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dirty="0">
                <a:solidFill>
                  <a:schemeClr val="bg1"/>
                </a:solidFill>
              </a:rPr>
              <a:t>Aperçu de </a:t>
            </a:r>
            <a:r>
              <a:rPr lang="en-US" sz="5000" dirty="0" err="1">
                <a:solidFill>
                  <a:schemeClr val="bg1"/>
                </a:solidFill>
              </a:rPr>
              <a:t>notre</a:t>
            </a:r>
            <a:r>
              <a:rPr lang="en-US" sz="5000" dirty="0">
                <a:solidFill>
                  <a:schemeClr val="bg1"/>
                </a:solidFill>
              </a:rPr>
              <a:t>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21654-C16C-5D4E-D3AA-AFF7F7E4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8E53FA75-83BA-F377-B5D0-392DA533F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D8FDA20-DDE2-EB86-3D0E-C1400F1206E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d’accueil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B1E1F-0624-F8F2-C82D-BCF1B44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ABCA6E-AC73-5401-E934-FDAA15CA8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95A8A4-E9D0-CDA3-F981-ADF4B1DCBA8C}"/>
              </a:ext>
            </a:extLst>
          </p:cNvPr>
          <p:cNvSpPr>
            <a:spLocks noGrp="1"/>
          </p:cNvSpPr>
          <p:nvPr>
            <p:ph idx="1"/>
            <p:custDataLst>
              <p:tags r:id="rId5"/>
            </p:custDataLst>
          </p:nvPr>
        </p:nvSpPr>
        <p:spPr/>
        <p:txBody>
          <a:bodyPr/>
          <a:lstStyle/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625844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du contenu 22">
            <a:extLst>
              <a:ext uri="{FF2B5EF4-FFF2-40B4-BE49-F238E27FC236}">
                <a16:creationId xmlns:a16="http://schemas.microsoft.com/office/drawing/2014/main" id="{B7DEAFB8-26B6-640D-7DAF-F81B73A16593}"/>
              </a:ext>
            </a:extLst>
          </p:cNvPr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6259" y="0"/>
            <a:ext cx="12224518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14F261-E931-45CB-8605-20FFD6826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953A649-7614-CF0B-923B-2EC5F49D7F5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de </a:t>
            </a:r>
            <a:r>
              <a:rPr lang="en-US" sz="2400" dirty="0" err="1">
                <a:solidFill>
                  <a:srgbClr val="FFFFFF"/>
                </a:solidFill>
              </a:rPr>
              <a:t>connexion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3CF8AD-BB19-4F90-BDE5-B3B3F56F4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24E62CA-FAA3-4628-AEF3-5033C7714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6326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328AD7-8AB8-0CFD-8767-C3BE85DDF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6AF697D-5814-28F0-B67D-52918AC89E9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76201"/>
            <a:ext cx="12192000" cy="69310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0FAB2C2-0E9E-7091-2FC7-65DBA1761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BB40A18-2788-B6CE-705F-B854EAD4D13D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d’inscription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F26247-F420-E917-2FB1-7E44F73C2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65574EC-402A-71C1-C1F5-23DFDE1BE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8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A9122-FA40-A3C7-6A67-39C5F66F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0EF89EC4-871E-913E-4CF8-9976858C24D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B6FAC03-F50B-AD79-D29C-FAC0FBDE1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4CF5552D-F1F0-7D2B-652C-1C7BDF0ABD1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Client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00C4E8-A6DC-157F-99C3-B0897EC19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CA77F-BE20-8667-05CF-CE5867187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2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86CFB-C4C7-672B-BA0E-B2903C61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666DD54-ECCC-7CC5-792B-A7929208138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3EAA0072-C185-DB2B-E8F0-3A643B1A6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16271A9-0031-B957-A08A-98732B051DC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0DB4B8-D0A0-88CE-E650-30AF0B3A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235B2-B3DB-4E04-ABDF-6B6260C47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8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5E7D09-02A2-071A-CFE0-B15FF9E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4FCC4E5-F183-DEA9-B06A-FB836B3E53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10A816C-8DFC-3A37-9B5D-DD480ACFE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1A171AB-5393-5406-102F-FF455DE6D99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Accès</a:t>
            </a:r>
            <a:r>
              <a:rPr lang="en-US" sz="2400" dirty="0">
                <a:solidFill>
                  <a:srgbClr val="FFFFFF"/>
                </a:solidFill>
              </a:rPr>
              <a:t> à </a:t>
            </a:r>
            <a:r>
              <a:rPr lang="en-US" sz="2400" dirty="0" err="1">
                <a:solidFill>
                  <a:srgbClr val="FFFFFF"/>
                </a:solidFill>
              </a:rPr>
              <a:t>notre</a:t>
            </a:r>
            <a:r>
              <a:rPr lang="en-US" sz="2400" dirty="0">
                <a:solidFill>
                  <a:srgbClr val="FFFFFF"/>
                </a:solidFill>
              </a:rPr>
              <a:t> dossier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7EDB418-44E7-E482-C207-E008D3EA3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734B44-4E9A-6242-1804-4E52AA301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39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B94A-A0F2-736C-131E-6C8CFCFA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F2E8944-D027-37E1-DED9-C1D419EA34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48473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55278F0C-A21C-025C-4CA1-928B40939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35FE372-BFFE-AA5B-9EF8-160A824C40A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Mes documents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890A309-966A-07E8-875A-B19C192B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31F2D-5D70-3FBB-2E53-22D639B2C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676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5C2AE-A5AA-A435-C79A-FDE9AD83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ACC118-E921-F64F-9DF5-D3F6E067DF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DC9253F-0156-6E7B-72B9-AB23BEFA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35031B1-6387-B113-B87A-2032C433B64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82880" y="4981575"/>
            <a:ext cx="432244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Aperçu des </a:t>
            </a:r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998331-13B6-629A-396C-ADC79C65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DE75B9-B7DD-0D1D-9DAB-427D98BBE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102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DD599-55B4-2E24-7655-2A865FA7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7B9A0CE7-2B65-687B-8065-30FA6C6C1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909A6F1C-0228-EE47-F5DE-0AE8C63A167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3153F3-B5E7-EBF2-C1A7-E5C81C518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D7D446-84B7-405F-F6F7-04B15865C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04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8AA37-51E9-DB19-04F4-C04BC00E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7E841F7-DE75-00D9-BED4-E9441C842E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1647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1785B8D-CB4A-CB2F-9DCB-BEFF4392F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64AD35F0-9CF7-EEFF-4A1A-92228A44519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58368" y="4981575"/>
            <a:ext cx="3846958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</a:t>
            </a:r>
            <a:r>
              <a:rPr lang="en-US" sz="2400" dirty="0" err="1">
                <a:solidFill>
                  <a:srgbClr val="FFFFFF"/>
                </a:solidFill>
              </a:rPr>
              <a:t>Utilisateur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7CFA12F-0742-8F0D-FB2B-D19F41E64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175CF-CEA8-6634-EC1C-89D9125B6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296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5A0D0-05A7-0C52-7F06-A6C54DDE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4D623803-3539-3FD5-BE3F-F0DE5D627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77FD116-12FF-FBA2-DE68-44E2B24EC30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des </a:t>
            </a:r>
            <a:r>
              <a:rPr lang="en-US" sz="2400" dirty="0" err="1">
                <a:solidFill>
                  <a:srgbClr val="FFFFFF"/>
                </a:solidFill>
              </a:rPr>
              <a:t>demandes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D96E590-6EBD-5983-EB8F-6A50054F5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938B441-C470-FBBB-31B4-496823E0D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71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CF21EE-9F40-0B93-0237-A84220F5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68E622A-5241-C077-DD1D-E252605AA7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C97FAB4-5BA1-A491-C41D-51587E01C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D7069C5A-A06E-D351-D392-AE058C6DA526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Gestion des clients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DD71EC-F8EC-32CD-59F2-876FCE2C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981207-3434-0AC2-9591-2A2E4B2D2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635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720F64-AF26-D847-D651-B1B5747C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C8C0533-F1CF-1E29-DC31-F06A1A43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23052B3-0DF8-70DB-1EE0-7435BAF66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39099C61-35CC-8004-2D18-ADA2F5C7273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Admin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2D7ABF-4C44-1792-F108-4037659F9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B167C6-139C-9572-33D7-5FF636EC5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253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DA4CA-5546-B2D7-A7C2-70139E1E3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Architecture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566C1-C54E-C990-B945-7FB9DCC53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fr-CA" sz="2000"/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040778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6EA39A-3153-BB7F-9089-3F1D8C4F7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Interface utilisateur (Frontend)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0EE006-C64C-89BE-4FEE-7D4A9B1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Application React (Vite), avec une navigation par rôles: client, utilisateur (employé), admin.</a:t>
            </a:r>
          </a:p>
          <a:p>
            <a:r>
              <a:rPr lang="fr-CA" sz="2000"/>
              <a:t>Le frontend affiche les écrans, récupère les données via API HTTP, et gère l’état de session (token, type d’utilisateur).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89218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ECAA13-4C46-6EBA-FD13-47843A409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Serveur applicatif (Backend)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F486B3-6605-3E82-9D37-5FB904521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API REST Node.js avec Express.</a:t>
            </a:r>
          </a:p>
          <a:p>
            <a:r>
              <a:rPr lang="fr-CA" sz="2000"/>
              <a:t>Le serveur centralise la logique métier: authentification, gestion des dossiers, demandes, factures, documents, utilisateurs.</a:t>
            </a:r>
          </a:p>
          <a:p>
            <a:r>
              <a:rPr lang="fr-CA" sz="2000"/>
              <a:t>Le backend applique aussi les règles de sécurité (middlewares JWT + vérification des rôles).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14449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B89CC1-59C9-CB85-AAA4-4BEB84F7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Base de données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4E4AE-7827-6215-FB10-CDD654FE1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 dirty="0"/>
              <a:t>SQLite avec </a:t>
            </a:r>
            <a:r>
              <a:rPr lang="fr-CA" sz="2000" dirty="0" err="1"/>
              <a:t>Knex</a:t>
            </a:r>
            <a:r>
              <a:rPr lang="fr-CA" sz="2000" dirty="0"/>
              <a:t> pour l’accès et l’initialisation du schéma.</a:t>
            </a:r>
          </a:p>
          <a:p>
            <a:r>
              <a:rPr lang="fr-CA" sz="2000" dirty="0"/>
              <a:t>Modèle relationnel autour des entités clés: client, utilisateur, admin, dossier, </a:t>
            </a:r>
            <a:r>
              <a:rPr lang="fr-CA" sz="2000" dirty="0" err="1"/>
              <a:t>type_demande</a:t>
            </a:r>
            <a:r>
              <a:rPr lang="fr-CA" sz="2000" dirty="0"/>
              <a:t>, facture, document, note.</a:t>
            </a:r>
          </a:p>
          <a:p>
            <a:r>
              <a:rPr lang="fr-CA" sz="2000" dirty="0"/>
              <a:t>Initialisation automatique des tables au démarrage du serveur.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7838178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B044438-45E9-A3FF-A28C-266C89F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b="1">
                <a:solidFill>
                  <a:srgbClr val="FFFFFF"/>
                </a:solidFill>
              </a:rPr>
              <a:t>L’organisation du projet</a:t>
            </a: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17EEC2-0A26-59E4-3B01-A49FF3C93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030413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9DBEDA-4C83-D555-71D6-D6B193098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Partie client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2AFA30-E95F-1911-5FA4-349B147FB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composants UI, pages, routes, services d’appels API.</a:t>
            </a:r>
          </a:p>
          <a:p>
            <a:r>
              <a:rPr lang="fr-CA" sz="2000"/>
              <a:t>Séparation entre pages métier (dashboard, suivi, gestion demande) et utilitaires communs (auth/session/fetch).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19196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D1E24-A149-F4A2-7F72-DF12394A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Partie serveur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72658-578E-8010-30C3-162D2F7DF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Entrée serveur (montage des routes + middlewares globaux).</a:t>
            </a:r>
          </a:p>
          <a:p>
            <a:r>
              <a:rPr lang="fr-CA" sz="2000"/>
              <a:t>Dossiers par domaine: routes, controllers, auth middleware, documentation API.</a:t>
            </a:r>
          </a:p>
          <a:p>
            <a:r>
              <a:rPr lang="fr-CA" sz="2000"/>
              <a:t>La logique est découpée par ressources métier (dossiers, demandes, factures, etc.).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878535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9343B9-A91C-1F8B-B6EC-3FF07E54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Données et documentation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37476F-5E8D-6AB1-5EC8-A316C4E3B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Schéma/initialisation de la base dans un module dédié.</a:t>
            </a:r>
          </a:p>
          <a:p>
            <a:r>
              <a:rPr lang="fr-CA" sz="2000"/>
              <a:t>Documentation API (Swagger/Postman) intégrée au projet.</a:t>
            </a:r>
          </a:p>
          <a:p>
            <a:r>
              <a:rPr lang="fr-CA" sz="2000"/>
              <a:t>Dossiers d’analyse/conception séparés pour la partie académique/fonctionnelle.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5466303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CCD56BE-3E4A-3ABE-5624-A8D51ABE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b="1">
                <a:solidFill>
                  <a:srgbClr val="FFFFFF"/>
                </a:solidFill>
              </a:rPr>
              <a:t>Les principaux choix réalisés</a:t>
            </a: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58DBAE-6385-18BB-766F-50E89D2AD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726588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4259450-96F1-16FA-31F2-ED0217A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dirty="0">
                <a:solidFill>
                  <a:srgbClr val="FFFFFF"/>
                </a:solidFill>
              </a:rPr>
              <a:t>Architecture monolithique full-stack</a:t>
            </a:r>
            <a:br>
              <a:rPr lang="fr-CA" sz="4000" dirty="0">
                <a:solidFill>
                  <a:srgbClr val="FFFFFF"/>
                </a:solidFill>
              </a:rPr>
            </a:br>
            <a:endParaRPr lang="fr-CA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521E48-2EC5-FBFB-8C5A-C5232FC3C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 dirty="0"/>
              <a:t>Un seul backend Express qui sert l’API et peut aussi servir le </a:t>
            </a:r>
            <a:r>
              <a:rPr lang="fr-CA" sz="2000" dirty="0" err="1"/>
              <a:t>build</a:t>
            </a:r>
            <a:r>
              <a:rPr lang="fr-CA" sz="2000" dirty="0"/>
              <a:t> frontend.</a:t>
            </a:r>
          </a:p>
          <a:p>
            <a:r>
              <a:rPr lang="fr-CA" sz="2000" dirty="0"/>
              <a:t>Choix simple à déployer et adapté à un projet académique/PME.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1693667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0015DF-A0F1-C1F6-3FFB-F4CF31DE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Sécurité par JWT + rôles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FF2C8-BE02-6083-110D-ED5A3A173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Authentification stateless avec token.</a:t>
            </a:r>
          </a:p>
          <a:p>
            <a:r>
              <a:rPr lang="fr-CA" sz="2000"/>
              <a:t>Autorisation fine selon le rôle (client, employé, admin) et contrôle d’accès aux dossiers.</a:t>
            </a:r>
          </a:p>
          <a:p>
            <a:r>
              <a:rPr lang="fr-CA" sz="2000"/>
              <a:t>Permet de sécuriser les endpoints sensibles (facturation, gestion utilisateurs, etc.).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7072307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4169858-18CC-11D4-C3EE-E1DC1D46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SQLite + Knex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DFECF-E02D-DD70-1745-3E53A71C5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SQLite: rapide à mettre en place, léger pour développement/prototype.</a:t>
            </a:r>
          </a:p>
          <a:p>
            <a:r>
              <a:rPr lang="fr-CA" sz="2000"/>
              <a:t>Knex: requêtes SQL structurées, portabilité future vers PostgreSQL/MySQL plus facile.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947119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531BC62-FC36-6BCA-7F87-3F93AF22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Frontend React avec routage par espace métier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E9D8B-65F8-206D-9F24-C2EE1216E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Parcours utilisateur séparés selon le profil.</a:t>
            </a:r>
          </a:p>
          <a:p>
            <a:r>
              <a:rPr lang="fr-CA" sz="2000"/>
              <a:t>Expérience plus claire: liste de suivi d’un côté, page dédiée pour gérer une demande de l’autre.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4202516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2BAE8-5361-68E5-F13E-B111C636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API orientée ressources métier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BA5DC1-6BBD-562D-F6D3-C75AD628C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Endpoints regroupés par domaine (demandes, dossiers, factures…).</a:t>
            </a:r>
          </a:p>
          <a:p>
            <a:r>
              <a:rPr lang="fr-CA" sz="2000"/>
              <a:t>Bonne lisibilité et extensibilité fonctionnelle.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6791652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B504346-F4EF-DAA9-51F3-CEBE0FD2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Documentation intégrée</a:t>
            </a:r>
            <a:br>
              <a:rPr lang="fr-CA" sz="4000">
                <a:solidFill>
                  <a:srgbClr val="FFFFFF"/>
                </a:solidFill>
              </a:rPr>
            </a:br>
            <a:endParaRPr lang="fr-CA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25EB8E-8991-B6F4-3B42-2F3CD8ECF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Swagger/Postman inclus, ce qui facilite les tests API et la démonstration en présentation.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26553988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8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8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8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8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8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8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8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dirty="0">
                <a:solidFill>
                  <a:srgbClr val="FFFFFF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fr-CA" dirty="0"/>
              <a:t>Ajouter des tests automatisés:</a:t>
            </a:r>
          </a:p>
          <a:p>
            <a:r>
              <a:rPr lang="fr-CA" dirty="0"/>
              <a:t>Tests unitaires (logique métier)</a:t>
            </a:r>
          </a:p>
          <a:p>
            <a:r>
              <a:rPr lang="fr-CA" dirty="0"/>
              <a:t>Tests d’intégration API</a:t>
            </a:r>
          </a:p>
          <a:p>
            <a:r>
              <a:rPr lang="fr-CA" dirty="0"/>
              <a:t>Tests E2E sur les parcours clés (connexion, demande, suivi, facture)</a:t>
            </a:r>
          </a:p>
          <a:p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DBC1CC-9D71-FF06-F353-A5F0F9E8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>
                <a:solidFill>
                  <a:srgbClr val="FFFFFF"/>
                </a:solidFill>
              </a:rPr>
              <a:t>Fonctionnalités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93E778-16ED-E8A9-C68C-C1A6AAE4D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CA" sz="2000"/>
              <a:t>Notifications automatiques:</a:t>
            </a:r>
          </a:p>
          <a:p>
            <a:pPr marL="0" indent="0">
              <a:buNone/>
            </a:pPr>
            <a:r>
              <a:rPr lang="fr-CA" sz="2000"/>
              <a:t>Email ou notifications in-app lors des changements de statut</a:t>
            </a:r>
          </a:p>
          <a:p>
            <a:pPr marL="0" indent="0">
              <a:buNone/>
            </a:pPr>
            <a:r>
              <a:rPr lang="fr-CA" sz="2000"/>
              <a:t>Alertes de facture proche de l’échéance</a:t>
            </a:r>
          </a:p>
          <a:p>
            <a:r>
              <a:rPr lang="fr-CA" sz="2000"/>
              <a:t>Espace messagerie client-agent:</a:t>
            </a:r>
          </a:p>
          <a:p>
            <a:pPr marL="0" indent="0">
              <a:buNone/>
            </a:pPr>
            <a:r>
              <a:rPr lang="fr-CA" sz="2000"/>
              <a:t>Chat lié à chaque dossier/demande</a:t>
            </a:r>
          </a:p>
          <a:p>
            <a:pPr marL="0" indent="0">
              <a:buNone/>
            </a:pPr>
            <a:r>
              <a:rPr lang="fr-CA" sz="2000"/>
              <a:t>Historique des échanges</a:t>
            </a:r>
          </a:p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394585269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822</Words>
  <Application>Microsoft Office PowerPoint</Application>
  <PresentationFormat>Grand écran</PresentationFormat>
  <Paragraphs>113</Paragraphs>
  <Slides>38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Thème Office</vt:lpstr>
      <vt:lpstr>Site d’immigration</vt:lpstr>
      <vt:lpstr>Objectif du projet</vt:lpstr>
      <vt:lpstr>Description de l’application</vt:lpstr>
      <vt:lpstr>Technologies utilisées</vt:lpstr>
      <vt:lpstr>Gestion des rôles et sécurité</vt:lpstr>
      <vt:lpstr>Aperçu de notre site</vt:lpstr>
      <vt:lpstr>Page d’accueil</vt:lpstr>
      <vt:lpstr>Page de connexion</vt:lpstr>
      <vt:lpstr>Page d’inscription</vt:lpstr>
      <vt:lpstr>Tableau de bord Client</vt:lpstr>
      <vt:lpstr>Nouvelle Demande</vt:lpstr>
      <vt:lpstr>Accès à notre dossier</vt:lpstr>
      <vt:lpstr>Mes documents</vt:lpstr>
      <vt:lpstr>Aperçu des suivi de demande</vt:lpstr>
      <vt:lpstr>Nouvelle Demande</vt:lpstr>
      <vt:lpstr>Tableau de bord Utilisateur</vt:lpstr>
      <vt:lpstr>Suivi des demandes</vt:lpstr>
      <vt:lpstr>Gestion des clients</vt:lpstr>
      <vt:lpstr>Tableau de bord Admin</vt:lpstr>
      <vt:lpstr>Architecture du projet</vt:lpstr>
      <vt:lpstr>Interface utilisateur (Frontend) </vt:lpstr>
      <vt:lpstr>Serveur applicatif (Backend) </vt:lpstr>
      <vt:lpstr>Base de données </vt:lpstr>
      <vt:lpstr>L’organisation du projet</vt:lpstr>
      <vt:lpstr>Partie client </vt:lpstr>
      <vt:lpstr>Partie serveur </vt:lpstr>
      <vt:lpstr>Données et documentation </vt:lpstr>
      <vt:lpstr>Les principaux choix réalisés</vt:lpstr>
      <vt:lpstr>Architecture monolithique full-stack </vt:lpstr>
      <vt:lpstr>Sécurité par JWT + rôles </vt:lpstr>
      <vt:lpstr>SQLite + Knex </vt:lpstr>
      <vt:lpstr>Frontend React avec routage par espace métier </vt:lpstr>
      <vt:lpstr>API orientée ressources métier </vt:lpstr>
      <vt:lpstr>Documentation intégrée </vt:lpstr>
      <vt:lpstr>Défis rencontrés</vt:lpstr>
      <vt:lpstr>Conclusion</vt:lpstr>
      <vt:lpstr>Améliorations possibles</vt:lpstr>
      <vt:lpstr>Fonctionnalités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Gouife A Djiben, Eric Christian</cp:lastModifiedBy>
  <cp:revision>7</cp:revision>
  <dcterms:created xsi:type="dcterms:W3CDTF">2026-05-24T18:38:47Z</dcterms:created>
  <dcterms:modified xsi:type="dcterms:W3CDTF">2026-05-25T04:03:35Z</dcterms:modified>
</cp:coreProperties>
</file>