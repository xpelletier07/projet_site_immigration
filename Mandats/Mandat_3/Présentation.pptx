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6" r:id="rId4"/>
    <p:sldId id="277" r:id="rId5"/>
    <p:sldId id="278" r:id="rId6"/>
    <p:sldId id="259" r:id="rId7"/>
    <p:sldId id="262" r:id="rId8"/>
    <p:sldId id="257" r:id="rId9"/>
    <p:sldId id="263" r:id="rId10"/>
    <p:sldId id="264" r:id="rId11"/>
    <p:sldId id="265" r:id="rId12"/>
    <p:sldId id="268" r:id="rId13"/>
    <p:sldId id="266" r:id="rId14"/>
    <p:sldId id="267" r:id="rId15"/>
    <p:sldId id="270" r:id="rId16"/>
    <p:sldId id="274" r:id="rId17"/>
    <p:sldId id="273" r:id="rId18"/>
    <p:sldId id="272" r:id="rId19"/>
    <p:sldId id="27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79" r:id="rId36"/>
    <p:sldId id="280" r:id="rId37"/>
    <p:sldId id="281" r:id="rId38"/>
    <p:sldId id="297" r:id="rId3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4B2A0-D460-47D0-90F4-070E495A63C4}" v="26" dt="2026-05-24T19:19:45.655"/>
    <p1510:client id="{67052B3A-9D0C-4B72-9243-37F6DA000362}" v="30" dt="2026-05-25T02:43:23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104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chem Khederi" userId="d27f54ca4b7deeec" providerId="LiveId" clId="{3D80AC5A-925F-481E-85D3-9CA48BD9A3B3}"/>
    <pc:docChg chg="undo custSel addSld modSld">
      <pc:chgData name="Hichem Khederi" userId="d27f54ca4b7deeec" providerId="LiveId" clId="{3D80AC5A-925F-481E-85D3-9CA48BD9A3B3}" dt="2026-05-25T02:43:58.035" v="517" actId="26606"/>
      <pc:docMkLst>
        <pc:docMk/>
      </pc:docMkLst>
      <pc:sldChg chg="modSp mod">
        <pc:chgData name="Hichem Khederi" userId="d27f54ca4b7deeec" providerId="LiveId" clId="{3D80AC5A-925F-481E-85D3-9CA48BD9A3B3}" dt="2026-05-25T02:20:37.557" v="286" actId="20577"/>
        <pc:sldMkLst>
          <pc:docMk/>
          <pc:sldMk cId="1884478176" sldId="258"/>
        </pc:sldMkLst>
        <pc:spChg chg="mod">
          <ac:chgData name="Hichem Khederi" userId="d27f54ca4b7deeec" providerId="LiveId" clId="{3D80AC5A-925F-481E-85D3-9CA48BD9A3B3}" dt="2026-05-25T02:20:37.557" v="286" actId="20577"/>
          <ac:spMkLst>
            <pc:docMk/>
            <pc:sldMk cId="1884478176" sldId="258"/>
            <ac:spMk id="2" creationId="{19D7C141-5770-85F2-4C3C-67C0E0ACB50B}"/>
          </ac:spMkLst>
        </pc:spChg>
      </pc:sldChg>
      <pc:sldChg chg="modSp mod">
        <pc:chgData name="Hichem Khederi" userId="d27f54ca4b7deeec" providerId="LiveId" clId="{3D80AC5A-925F-481E-85D3-9CA48BD9A3B3}" dt="2026-05-25T02:21:32.071" v="360" actId="20577"/>
        <pc:sldMkLst>
          <pc:docMk/>
          <pc:sldMk cId="0" sldId="276"/>
        </pc:sldMkLst>
        <pc:spChg chg="mod">
          <ac:chgData name="Hichem Khederi" userId="d27f54ca4b7deeec" providerId="LiveId" clId="{3D80AC5A-925F-481E-85D3-9CA48BD9A3B3}" dt="2026-05-25T02:21:32.071" v="360" actId="20577"/>
          <ac:spMkLst>
            <pc:docMk/>
            <pc:sldMk cId="0" sldId="276"/>
            <ac:spMk id="2" creationId="{00000000-0000-0000-0000-000000000000}"/>
          </ac:spMkLst>
        </pc:spChg>
      </pc:sldChg>
      <pc:sldChg chg="modSp mod">
        <pc:chgData name="Hichem Khederi" userId="d27f54ca4b7deeec" providerId="LiveId" clId="{3D80AC5A-925F-481E-85D3-9CA48BD9A3B3}" dt="2026-05-25T02:41:15.686" v="480" actId="20577"/>
        <pc:sldMkLst>
          <pc:docMk/>
          <pc:sldMk cId="74909326" sldId="281"/>
        </pc:sldMkLst>
        <pc:spChg chg="mod">
          <ac:chgData name="Hichem Khederi" userId="d27f54ca4b7deeec" providerId="LiveId" clId="{3D80AC5A-925F-481E-85D3-9CA48BD9A3B3}" dt="2026-05-25T02:41:15.686" v="480" actId="20577"/>
          <ac:spMkLst>
            <pc:docMk/>
            <pc:sldMk cId="74909326" sldId="281"/>
            <ac:spMk id="3" creationId="{5F813290-1677-6F1D-85F5-DD9DF40B2908}"/>
          </ac:spMkLst>
        </pc:spChg>
      </pc:sldChg>
      <pc:sldChg chg="addSp modSp new mod setBg">
        <pc:chgData name="Hichem Khederi" userId="d27f54ca4b7deeec" providerId="LiveId" clId="{3D80AC5A-925F-481E-85D3-9CA48BD9A3B3}" dt="2026-05-25T02:37:25.209" v="460" actId="26606"/>
        <pc:sldMkLst>
          <pc:docMk/>
          <pc:sldMk cId="3040778107" sldId="282"/>
        </pc:sldMkLst>
        <pc:spChg chg="mod">
          <ac:chgData name="Hichem Khederi" userId="d27f54ca4b7deeec" providerId="LiveId" clId="{3D80AC5A-925F-481E-85D3-9CA48BD9A3B3}" dt="2026-05-25T02:37:25.209" v="460" actId="26606"/>
          <ac:spMkLst>
            <pc:docMk/>
            <pc:sldMk cId="3040778107" sldId="282"/>
            <ac:spMk id="2" creationId="{158DA4CA-5546-B2D7-A7C2-70139E1E3016}"/>
          </ac:spMkLst>
        </pc:spChg>
        <pc:spChg chg="mod">
          <ac:chgData name="Hichem Khederi" userId="d27f54ca4b7deeec" providerId="LiveId" clId="{3D80AC5A-925F-481E-85D3-9CA48BD9A3B3}" dt="2026-05-25T02:37:25.209" v="460" actId="26606"/>
          <ac:spMkLst>
            <pc:docMk/>
            <pc:sldMk cId="3040778107" sldId="282"/>
            <ac:spMk id="3" creationId="{242566C1-C54E-C990-B945-7FB9DCC53588}"/>
          </ac:spMkLst>
        </pc:spChg>
        <pc:spChg chg="add">
          <ac:chgData name="Hichem Khederi" userId="d27f54ca4b7deeec" providerId="LiveId" clId="{3D80AC5A-925F-481E-85D3-9CA48BD9A3B3}" dt="2026-05-25T02:37:25.209" v="460" actId="26606"/>
          <ac:spMkLst>
            <pc:docMk/>
            <pc:sldMk cId="3040778107" sldId="282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7:25.209" v="460" actId="26606"/>
          <ac:spMkLst>
            <pc:docMk/>
            <pc:sldMk cId="3040778107" sldId="282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7:25.209" v="460" actId="26606"/>
          <ac:spMkLst>
            <pc:docMk/>
            <pc:sldMk cId="3040778107" sldId="282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7:25.209" v="460" actId="26606"/>
          <ac:spMkLst>
            <pc:docMk/>
            <pc:sldMk cId="3040778107" sldId="282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7:25.209" v="460" actId="26606"/>
          <ac:spMkLst>
            <pc:docMk/>
            <pc:sldMk cId="3040778107" sldId="282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7:25.209" v="460" actId="26606"/>
          <ac:spMkLst>
            <pc:docMk/>
            <pc:sldMk cId="3040778107" sldId="282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7:31.217" v="461" actId="26606"/>
        <pc:sldMkLst>
          <pc:docMk/>
          <pc:sldMk cId="789218725" sldId="283"/>
        </pc:sldMkLst>
        <pc:spChg chg="mod">
          <ac:chgData name="Hichem Khederi" userId="d27f54ca4b7deeec" providerId="LiveId" clId="{3D80AC5A-925F-481E-85D3-9CA48BD9A3B3}" dt="2026-05-25T02:37:31.217" v="461" actId="26606"/>
          <ac:spMkLst>
            <pc:docMk/>
            <pc:sldMk cId="789218725" sldId="283"/>
            <ac:spMk id="2" creationId="{796EA39A-3153-BB7F-9089-3F1D8C4F743C}"/>
          </ac:spMkLst>
        </pc:spChg>
        <pc:spChg chg="mod">
          <ac:chgData name="Hichem Khederi" userId="d27f54ca4b7deeec" providerId="LiveId" clId="{3D80AC5A-925F-481E-85D3-9CA48BD9A3B3}" dt="2026-05-25T02:37:31.217" v="461" actId="26606"/>
          <ac:spMkLst>
            <pc:docMk/>
            <pc:sldMk cId="789218725" sldId="283"/>
            <ac:spMk id="3" creationId="{480EE006-C64C-89BE-4FEE-7D4A9B1F0CBF}"/>
          </ac:spMkLst>
        </pc:spChg>
        <pc:spChg chg="add">
          <ac:chgData name="Hichem Khederi" userId="d27f54ca4b7deeec" providerId="LiveId" clId="{3D80AC5A-925F-481E-85D3-9CA48BD9A3B3}" dt="2026-05-25T02:37:31.217" v="461" actId="26606"/>
          <ac:spMkLst>
            <pc:docMk/>
            <pc:sldMk cId="789218725" sldId="283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7:31.217" v="461" actId="26606"/>
          <ac:spMkLst>
            <pc:docMk/>
            <pc:sldMk cId="789218725" sldId="283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7:31.217" v="461" actId="26606"/>
          <ac:spMkLst>
            <pc:docMk/>
            <pc:sldMk cId="789218725" sldId="283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7:31.217" v="461" actId="26606"/>
          <ac:spMkLst>
            <pc:docMk/>
            <pc:sldMk cId="789218725" sldId="283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7:31.217" v="461" actId="26606"/>
          <ac:spMkLst>
            <pc:docMk/>
            <pc:sldMk cId="789218725" sldId="283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7:31.217" v="461" actId="26606"/>
          <ac:spMkLst>
            <pc:docMk/>
            <pc:sldMk cId="789218725" sldId="283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7:36.507" v="462" actId="26606"/>
        <pc:sldMkLst>
          <pc:docMk/>
          <pc:sldMk cId="714449467" sldId="284"/>
        </pc:sldMkLst>
        <pc:spChg chg="mod">
          <ac:chgData name="Hichem Khederi" userId="d27f54ca4b7deeec" providerId="LiveId" clId="{3D80AC5A-925F-481E-85D3-9CA48BD9A3B3}" dt="2026-05-25T02:37:36.507" v="462" actId="26606"/>
          <ac:spMkLst>
            <pc:docMk/>
            <pc:sldMk cId="714449467" sldId="284"/>
            <ac:spMk id="2" creationId="{B9ECAA13-4C46-6EBA-FD13-47843A409E43}"/>
          </ac:spMkLst>
        </pc:spChg>
        <pc:spChg chg="mod">
          <ac:chgData name="Hichem Khederi" userId="d27f54ca4b7deeec" providerId="LiveId" clId="{3D80AC5A-925F-481E-85D3-9CA48BD9A3B3}" dt="2026-05-25T02:37:36.507" v="462" actId="26606"/>
          <ac:spMkLst>
            <pc:docMk/>
            <pc:sldMk cId="714449467" sldId="284"/>
            <ac:spMk id="3" creationId="{69F486B3-6605-3E82-9D37-5FB90452198E}"/>
          </ac:spMkLst>
        </pc:spChg>
        <pc:spChg chg="add">
          <ac:chgData name="Hichem Khederi" userId="d27f54ca4b7deeec" providerId="LiveId" clId="{3D80AC5A-925F-481E-85D3-9CA48BD9A3B3}" dt="2026-05-25T02:37:36.507" v="462" actId="26606"/>
          <ac:spMkLst>
            <pc:docMk/>
            <pc:sldMk cId="714449467" sldId="284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7:36.507" v="462" actId="26606"/>
          <ac:spMkLst>
            <pc:docMk/>
            <pc:sldMk cId="714449467" sldId="284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7:36.507" v="462" actId="26606"/>
          <ac:spMkLst>
            <pc:docMk/>
            <pc:sldMk cId="714449467" sldId="284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7:36.507" v="462" actId="26606"/>
          <ac:spMkLst>
            <pc:docMk/>
            <pc:sldMk cId="714449467" sldId="284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7:36.507" v="462" actId="26606"/>
          <ac:spMkLst>
            <pc:docMk/>
            <pc:sldMk cId="714449467" sldId="284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7:36.507" v="462" actId="26606"/>
          <ac:spMkLst>
            <pc:docMk/>
            <pc:sldMk cId="714449467" sldId="284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7:40.231" v="463" actId="26606"/>
        <pc:sldMkLst>
          <pc:docMk/>
          <pc:sldMk cId="3783817818" sldId="285"/>
        </pc:sldMkLst>
        <pc:spChg chg="mod">
          <ac:chgData name="Hichem Khederi" userId="d27f54ca4b7deeec" providerId="LiveId" clId="{3D80AC5A-925F-481E-85D3-9CA48BD9A3B3}" dt="2026-05-25T02:37:40.231" v="463" actId="26606"/>
          <ac:spMkLst>
            <pc:docMk/>
            <pc:sldMk cId="3783817818" sldId="285"/>
            <ac:spMk id="2" creationId="{79B89CC1-59C9-CB85-AAA4-4BEB84F76C0F}"/>
          </ac:spMkLst>
        </pc:spChg>
        <pc:spChg chg="mod">
          <ac:chgData name="Hichem Khederi" userId="d27f54ca4b7deeec" providerId="LiveId" clId="{3D80AC5A-925F-481E-85D3-9CA48BD9A3B3}" dt="2026-05-25T02:37:40.231" v="463" actId="26606"/>
          <ac:spMkLst>
            <pc:docMk/>
            <pc:sldMk cId="3783817818" sldId="285"/>
            <ac:spMk id="3" creationId="{A7D4E4AE-7827-6215-FB10-CDD654FE1271}"/>
          </ac:spMkLst>
        </pc:spChg>
        <pc:spChg chg="add">
          <ac:chgData name="Hichem Khederi" userId="d27f54ca4b7deeec" providerId="LiveId" clId="{3D80AC5A-925F-481E-85D3-9CA48BD9A3B3}" dt="2026-05-25T02:37:40.231" v="463" actId="26606"/>
          <ac:spMkLst>
            <pc:docMk/>
            <pc:sldMk cId="3783817818" sldId="285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7:40.231" v="463" actId="26606"/>
          <ac:spMkLst>
            <pc:docMk/>
            <pc:sldMk cId="3783817818" sldId="285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7:40.231" v="463" actId="26606"/>
          <ac:spMkLst>
            <pc:docMk/>
            <pc:sldMk cId="3783817818" sldId="285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7:40.231" v="463" actId="26606"/>
          <ac:spMkLst>
            <pc:docMk/>
            <pc:sldMk cId="3783817818" sldId="285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7:40.231" v="463" actId="26606"/>
          <ac:spMkLst>
            <pc:docMk/>
            <pc:sldMk cId="3783817818" sldId="285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7:40.231" v="463" actId="26606"/>
          <ac:spMkLst>
            <pc:docMk/>
            <pc:sldMk cId="3783817818" sldId="285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7:50.441" v="464" actId="26606"/>
        <pc:sldMkLst>
          <pc:docMk/>
          <pc:sldMk cId="3030413527" sldId="286"/>
        </pc:sldMkLst>
        <pc:spChg chg="mod">
          <ac:chgData name="Hichem Khederi" userId="d27f54ca4b7deeec" providerId="LiveId" clId="{3D80AC5A-925F-481E-85D3-9CA48BD9A3B3}" dt="2026-05-25T02:37:50.441" v="464" actId="26606"/>
          <ac:spMkLst>
            <pc:docMk/>
            <pc:sldMk cId="3030413527" sldId="286"/>
            <ac:spMk id="2" creationId="{4B044438-45E9-A3FF-A28C-266C89F2E4BE}"/>
          </ac:spMkLst>
        </pc:spChg>
        <pc:spChg chg="mod">
          <ac:chgData name="Hichem Khederi" userId="d27f54ca4b7deeec" providerId="LiveId" clId="{3D80AC5A-925F-481E-85D3-9CA48BD9A3B3}" dt="2026-05-25T02:37:50.441" v="464" actId="26606"/>
          <ac:spMkLst>
            <pc:docMk/>
            <pc:sldMk cId="3030413527" sldId="286"/>
            <ac:spMk id="3" creationId="{B617EEC2-0A26-59E4-3B01-A49FF3C933E2}"/>
          </ac:spMkLst>
        </pc:spChg>
        <pc:spChg chg="add">
          <ac:chgData name="Hichem Khederi" userId="d27f54ca4b7deeec" providerId="LiveId" clId="{3D80AC5A-925F-481E-85D3-9CA48BD9A3B3}" dt="2026-05-25T02:37:50.441" v="464" actId="26606"/>
          <ac:spMkLst>
            <pc:docMk/>
            <pc:sldMk cId="3030413527" sldId="286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7:50.441" v="464" actId="26606"/>
          <ac:spMkLst>
            <pc:docMk/>
            <pc:sldMk cId="3030413527" sldId="286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7:50.441" v="464" actId="26606"/>
          <ac:spMkLst>
            <pc:docMk/>
            <pc:sldMk cId="3030413527" sldId="286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7:50.441" v="464" actId="26606"/>
          <ac:spMkLst>
            <pc:docMk/>
            <pc:sldMk cId="3030413527" sldId="286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7:50.441" v="464" actId="26606"/>
          <ac:spMkLst>
            <pc:docMk/>
            <pc:sldMk cId="3030413527" sldId="286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7:50.441" v="464" actId="26606"/>
          <ac:spMkLst>
            <pc:docMk/>
            <pc:sldMk cId="3030413527" sldId="286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7:55.610" v="465" actId="26606"/>
        <pc:sldMkLst>
          <pc:docMk/>
          <pc:sldMk cId="19196841" sldId="287"/>
        </pc:sldMkLst>
        <pc:spChg chg="mod">
          <ac:chgData name="Hichem Khederi" userId="d27f54ca4b7deeec" providerId="LiveId" clId="{3D80AC5A-925F-481E-85D3-9CA48BD9A3B3}" dt="2026-05-25T02:37:55.610" v="465" actId="26606"/>
          <ac:spMkLst>
            <pc:docMk/>
            <pc:sldMk cId="19196841" sldId="287"/>
            <ac:spMk id="2" creationId="{DC9DBEDA-4C83-D555-71D6-D6B193098AF8}"/>
          </ac:spMkLst>
        </pc:spChg>
        <pc:spChg chg="mod">
          <ac:chgData name="Hichem Khederi" userId="d27f54ca4b7deeec" providerId="LiveId" clId="{3D80AC5A-925F-481E-85D3-9CA48BD9A3B3}" dt="2026-05-25T02:37:55.610" v="465" actId="26606"/>
          <ac:spMkLst>
            <pc:docMk/>
            <pc:sldMk cId="19196841" sldId="287"/>
            <ac:spMk id="3" creationId="{F52AFA30-E95F-1911-5FA4-349B147FBACF}"/>
          </ac:spMkLst>
        </pc:spChg>
        <pc:spChg chg="add">
          <ac:chgData name="Hichem Khederi" userId="d27f54ca4b7deeec" providerId="LiveId" clId="{3D80AC5A-925F-481E-85D3-9CA48BD9A3B3}" dt="2026-05-25T02:37:55.610" v="465" actId="26606"/>
          <ac:spMkLst>
            <pc:docMk/>
            <pc:sldMk cId="19196841" sldId="287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7:55.610" v="465" actId="26606"/>
          <ac:spMkLst>
            <pc:docMk/>
            <pc:sldMk cId="19196841" sldId="287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7:55.610" v="465" actId="26606"/>
          <ac:spMkLst>
            <pc:docMk/>
            <pc:sldMk cId="19196841" sldId="287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7:55.610" v="465" actId="26606"/>
          <ac:spMkLst>
            <pc:docMk/>
            <pc:sldMk cId="19196841" sldId="287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7:55.610" v="465" actId="26606"/>
          <ac:spMkLst>
            <pc:docMk/>
            <pc:sldMk cId="19196841" sldId="287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7:55.610" v="465" actId="26606"/>
          <ac:spMkLst>
            <pc:docMk/>
            <pc:sldMk cId="19196841" sldId="287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8:00.247" v="466" actId="26606"/>
        <pc:sldMkLst>
          <pc:docMk/>
          <pc:sldMk cId="3878535886" sldId="288"/>
        </pc:sldMkLst>
        <pc:spChg chg="mod">
          <ac:chgData name="Hichem Khederi" userId="d27f54ca4b7deeec" providerId="LiveId" clId="{3D80AC5A-925F-481E-85D3-9CA48BD9A3B3}" dt="2026-05-25T02:38:00.247" v="466" actId="26606"/>
          <ac:spMkLst>
            <pc:docMk/>
            <pc:sldMk cId="3878535886" sldId="288"/>
            <ac:spMk id="2" creationId="{DFAD1E24-A149-F4A2-7F72-DF12394A6C6F}"/>
          </ac:spMkLst>
        </pc:spChg>
        <pc:spChg chg="mod">
          <ac:chgData name="Hichem Khederi" userId="d27f54ca4b7deeec" providerId="LiveId" clId="{3D80AC5A-925F-481E-85D3-9CA48BD9A3B3}" dt="2026-05-25T02:38:00.247" v="466" actId="26606"/>
          <ac:spMkLst>
            <pc:docMk/>
            <pc:sldMk cId="3878535886" sldId="288"/>
            <ac:spMk id="3" creationId="{F2E72658-578E-8010-30C3-162D2F7DF700}"/>
          </ac:spMkLst>
        </pc:spChg>
        <pc:spChg chg="add">
          <ac:chgData name="Hichem Khederi" userId="d27f54ca4b7deeec" providerId="LiveId" clId="{3D80AC5A-925F-481E-85D3-9CA48BD9A3B3}" dt="2026-05-25T02:38:00.247" v="466" actId="26606"/>
          <ac:spMkLst>
            <pc:docMk/>
            <pc:sldMk cId="3878535886" sldId="288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8:00.247" v="466" actId="26606"/>
          <ac:spMkLst>
            <pc:docMk/>
            <pc:sldMk cId="3878535886" sldId="288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8:00.247" v="466" actId="26606"/>
          <ac:spMkLst>
            <pc:docMk/>
            <pc:sldMk cId="3878535886" sldId="288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8:00.247" v="466" actId="26606"/>
          <ac:spMkLst>
            <pc:docMk/>
            <pc:sldMk cId="3878535886" sldId="288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8:00.247" v="466" actId="26606"/>
          <ac:spMkLst>
            <pc:docMk/>
            <pc:sldMk cId="3878535886" sldId="288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8:00.247" v="466" actId="26606"/>
          <ac:spMkLst>
            <pc:docMk/>
            <pc:sldMk cId="3878535886" sldId="288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8:04.035" v="467" actId="26606"/>
        <pc:sldMkLst>
          <pc:docMk/>
          <pc:sldMk cId="2546630341" sldId="289"/>
        </pc:sldMkLst>
        <pc:spChg chg="mod">
          <ac:chgData name="Hichem Khederi" userId="d27f54ca4b7deeec" providerId="LiveId" clId="{3D80AC5A-925F-481E-85D3-9CA48BD9A3B3}" dt="2026-05-25T02:38:04.035" v="467" actId="26606"/>
          <ac:spMkLst>
            <pc:docMk/>
            <pc:sldMk cId="2546630341" sldId="289"/>
            <ac:spMk id="2" creationId="{289343B9-A91C-1F8B-B6EC-3FF07E547CA3}"/>
          </ac:spMkLst>
        </pc:spChg>
        <pc:spChg chg="mod">
          <ac:chgData name="Hichem Khederi" userId="d27f54ca4b7deeec" providerId="LiveId" clId="{3D80AC5A-925F-481E-85D3-9CA48BD9A3B3}" dt="2026-05-25T02:38:04.035" v="467" actId="26606"/>
          <ac:spMkLst>
            <pc:docMk/>
            <pc:sldMk cId="2546630341" sldId="289"/>
            <ac:spMk id="3" creationId="{2437476F-5E8D-6AB1-5EC8-A316C4E3B2C8}"/>
          </ac:spMkLst>
        </pc:spChg>
        <pc:spChg chg="add">
          <ac:chgData name="Hichem Khederi" userId="d27f54ca4b7deeec" providerId="LiveId" clId="{3D80AC5A-925F-481E-85D3-9CA48BD9A3B3}" dt="2026-05-25T02:38:04.035" v="467" actId="26606"/>
          <ac:spMkLst>
            <pc:docMk/>
            <pc:sldMk cId="2546630341" sldId="289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8:04.035" v="467" actId="26606"/>
          <ac:spMkLst>
            <pc:docMk/>
            <pc:sldMk cId="2546630341" sldId="289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8:04.035" v="467" actId="26606"/>
          <ac:spMkLst>
            <pc:docMk/>
            <pc:sldMk cId="2546630341" sldId="289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8:04.035" v="467" actId="26606"/>
          <ac:spMkLst>
            <pc:docMk/>
            <pc:sldMk cId="2546630341" sldId="289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8:04.035" v="467" actId="26606"/>
          <ac:spMkLst>
            <pc:docMk/>
            <pc:sldMk cId="2546630341" sldId="289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8:04.035" v="467" actId="26606"/>
          <ac:spMkLst>
            <pc:docMk/>
            <pc:sldMk cId="2546630341" sldId="289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8:07.376" v="468" actId="26606"/>
        <pc:sldMkLst>
          <pc:docMk/>
          <pc:sldMk cId="2726588638" sldId="290"/>
        </pc:sldMkLst>
        <pc:spChg chg="mod">
          <ac:chgData name="Hichem Khederi" userId="d27f54ca4b7deeec" providerId="LiveId" clId="{3D80AC5A-925F-481E-85D3-9CA48BD9A3B3}" dt="2026-05-25T02:38:07.376" v="468" actId="26606"/>
          <ac:spMkLst>
            <pc:docMk/>
            <pc:sldMk cId="2726588638" sldId="290"/>
            <ac:spMk id="2" creationId="{FCCD56BE-3E4A-3ABE-5624-A8D51ABE73F3}"/>
          </ac:spMkLst>
        </pc:spChg>
        <pc:spChg chg="mod">
          <ac:chgData name="Hichem Khederi" userId="d27f54ca4b7deeec" providerId="LiveId" clId="{3D80AC5A-925F-481E-85D3-9CA48BD9A3B3}" dt="2026-05-25T02:38:07.376" v="468" actId="26606"/>
          <ac:spMkLst>
            <pc:docMk/>
            <pc:sldMk cId="2726588638" sldId="290"/>
            <ac:spMk id="3" creationId="{F858DBAE-6385-18BB-766F-50E89D2ADE74}"/>
          </ac:spMkLst>
        </pc:spChg>
        <pc:spChg chg="add">
          <ac:chgData name="Hichem Khederi" userId="d27f54ca4b7deeec" providerId="LiveId" clId="{3D80AC5A-925F-481E-85D3-9CA48BD9A3B3}" dt="2026-05-25T02:38:07.376" v="468" actId="26606"/>
          <ac:spMkLst>
            <pc:docMk/>
            <pc:sldMk cId="2726588638" sldId="290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8:07.376" v="468" actId="26606"/>
          <ac:spMkLst>
            <pc:docMk/>
            <pc:sldMk cId="2726588638" sldId="290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8:07.376" v="468" actId="26606"/>
          <ac:spMkLst>
            <pc:docMk/>
            <pc:sldMk cId="2726588638" sldId="290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8:07.376" v="468" actId="26606"/>
          <ac:spMkLst>
            <pc:docMk/>
            <pc:sldMk cId="2726588638" sldId="290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8:07.376" v="468" actId="26606"/>
          <ac:spMkLst>
            <pc:docMk/>
            <pc:sldMk cId="2726588638" sldId="290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8:07.376" v="468" actId="26606"/>
          <ac:spMkLst>
            <pc:docMk/>
            <pc:sldMk cId="2726588638" sldId="290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8:11.156" v="469" actId="26606"/>
        <pc:sldMkLst>
          <pc:docMk/>
          <pc:sldMk cId="1693667234" sldId="291"/>
        </pc:sldMkLst>
        <pc:spChg chg="mod">
          <ac:chgData name="Hichem Khederi" userId="d27f54ca4b7deeec" providerId="LiveId" clId="{3D80AC5A-925F-481E-85D3-9CA48BD9A3B3}" dt="2026-05-25T02:38:11.156" v="469" actId="26606"/>
          <ac:spMkLst>
            <pc:docMk/>
            <pc:sldMk cId="1693667234" sldId="291"/>
            <ac:spMk id="2" creationId="{E4259450-96F1-16FA-31F2-ED0217A8BFD2}"/>
          </ac:spMkLst>
        </pc:spChg>
        <pc:spChg chg="mod">
          <ac:chgData name="Hichem Khederi" userId="d27f54ca4b7deeec" providerId="LiveId" clId="{3D80AC5A-925F-481E-85D3-9CA48BD9A3B3}" dt="2026-05-25T02:38:11.156" v="469" actId="26606"/>
          <ac:spMkLst>
            <pc:docMk/>
            <pc:sldMk cId="1693667234" sldId="291"/>
            <ac:spMk id="3" creationId="{BC521E48-2EC5-FBFB-8C5A-C5232FC3C2F8}"/>
          </ac:spMkLst>
        </pc:spChg>
        <pc:spChg chg="add">
          <ac:chgData name="Hichem Khederi" userId="d27f54ca4b7deeec" providerId="LiveId" clId="{3D80AC5A-925F-481E-85D3-9CA48BD9A3B3}" dt="2026-05-25T02:38:11.156" v="469" actId="26606"/>
          <ac:spMkLst>
            <pc:docMk/>
            <pc:sldMk cId="1693667234" sldId="291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8:11.156" v="469" actId="26606"/>
          <ac:spMkLst>
            <pc:docMk/>
            <pc:sldMk cId="1693667234" sldId="291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8:11.156" v="469" actId="26606"/>
          <ac:spMkLst>
            <pc:docMk/>
            <pc:sldMk cId="1693667234" sldId="291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8:11.156" v="469" actId="26606"/>
          <ac:spMkLst>
            <pc:docMk/>
            <pc:sldMk cId="1693667234" sldId="291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8:11.156" v="469" actId="26606"/>
          <ac:spMkLst>
            <pc:docMk/>
            <pc:sldMk cId="1693667234" sldId="291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8:11.156" v="469" actId="26606"/>
          <ac:spMkLst>
            <pc:docMk/>
            <pc:sldMk cId="1693667234" sldId="291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8:15.440" v="470" actId="26606"/>
        <pc:sldMkLst>
          <pc:docMk/>
          <pc:sldMk cId="3707230773" sldId="292"/>
        </pc:sldMkLst>
        <pc:spChg chg="mod">
          <ac:chgData name="Hichem Khederi" userId="d27f54ca4b7deeec" providerId="LiveId" clId="{3D80AC5A-925F-481E-85D3-9CA48BD9A3B3}" dt="2026-05-25T02:38:15.440" v="470" actId="26606"/>
          <ac:spMkLst>
            <pc:docMk/>
            <pc:sldMk cId="3707230773" sldId="292"/>
            <ac:spMk id="2" creationId="{E30015DF-A0F1-C1F6-3FFB-F4CF31DE3981}"/>
          </ac:spMkLst>
        </pc:spChg>
        <pc:spChg chg="mod">
          <ac:chgData name="Hichem Khederi" userId="d27f54ca4b7deeec" providerId="LiveId" clId="{3D80AC5A-925F-481E-85D3-9CA48BD9A3B3}" dt="2026-05-25T02:38:15.440" v="470" actId="26606"/>
          <ac:spMkLst>
            <pc:docMk/>
            <pc:sldMk cId="3707230773" sldId="292"/>
            <ac:spMk id="3" creationId="{ECEFF2C8-BE02-6083-110D-ED5A3A173992}"/>
          </ac:spMkLst>
        </pc:spChg>
        <pc:spChg chg="add">
          <ac:chgData name="Hichem Khederi" userId="d27f54ca4b7deeec" providerId="LiveId" clId="{3D80AC5A-925F-481E-85D3-9CA48BD9A3B3}" dt="2026-05-25T02:38:15.440" v="470" actId="26606"/>
          <ac:spMkLst>
            <pc:docMk/>
            <pc:sldMk cId="3707230773" sldId="292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8:15.440" v="470" actId="26606"/>
          <ac:spMkLst>
            <pc:docMk/>
            <pc:sldMk cId="3707230773" sldId="292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8:15.440" v="470" actId="26606"/>
          <ac:spMkLst>
            <pc:docMk/>
            <pc:sldMk cId="3707230773" sldId="292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8:15.440" v="470" actId="26606"/>
          <ac:spMkLst>
            <pc:docMk/>
            <pc:sldMk cId="3707230773" sldId="292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8:15.440" v="470" actId="26606"/>
          <ac:spMkLst>
            <pc:docMk/>
            <pc:sldMk cId="3707230773" sldId="292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8:15.440" v="470" actId="26606"/>
          <ac:spMkLst>
            <pc:docMk/>
            <pc:sldMk cId="3707230773" sldId="292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8:19.029" v="471" actId="26606"/>
        <pc:sldMkLst>
          <pc:docMk/>
          <pc:sldMk cId="3947119217" sldId="293"/>
        </pc:sldMkLst>
        <pc:spChg chg="mod">
          <ac:chgData name="Hichem Khederi" userId="d27f54ca4b7deeec" providerId="LiveId" clId="{3D80AC5A-925F-481E-85D3-9CA48BD9A3B3}" dt="2026-05-25T02:38:19.029" v="471" actId="26606"/>
          <ac:spMkLst>
            <pc:docMk/>
            <pc:sldMk cId="3947119217" sldId="293"/>
            <ac:spMk id="2" creationId="{B4169858-18CC-11D4-C3EE-E1DC1D4699D3}"/>
          </ac:spMkLst>
        </pc:spChg>
        <pc:spChg chg="mod">
          <ac:chgData name="Hichem Khederi" userId="d27f54ca4b7deeec" providerId="LiveId" clId="{3D80AC5A-925F-481E-85D3-9CA48BD9A3B3}" dt="2026-05-25T02:38:19.029" v="471" actId="26606"/>
          <ac:spMkLst>
            <pc:docMk/>
            <pc:sldMk cId="3947119217" sldId="293"/>
            <ac:spMk id="3" creationId="{8CEDFECF-E02D-DD70-1745-3E53A71C524C}"/>
          </ac:spMkLst>
        </pc:spChg>
        <pc:spChg chg="add">
          <ac:chgData name="Hichem Khederi" userId="d27f54ca4b7deeec" providerId="LiveId" clId="{3D80AC5A-925F-481E-85D3-9CA48BD9A3B3}" dt="2026-05-25T02:38:19.029" v="471" actId="26606"/>
          <ac:spMkLst>
            <pc:docMk/>
            <pc:sldMk cId="3947119217" sldId="293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8:19.029" v="471" actId="26606"/>
          <ac:spMkLst>
            <pc:docMk/>
            <pc:sldMk cId="3947119217" sldId="293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8:19.029" v="471" actId="26606"/>
          <ac:spMkLst>
            <pc:docMk/>
            <pc:sldMk cId="3947119217" sldId="293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8:19.029" v="471" actId="26606"/>
          <ac:spMkLst>
            <pc:docMk/>
            <pc:sldMk cId="3947119217" sldId="293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8:19.029" v="471" actId="26606"/>
          <ac:spMkLst>
            <pc:docMk/>
            <pc:sldMk cId="3947119217" sldId="293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8:19.029" v="471" actId="26606"/>
          <ac:spMkLst>
            <pc:docMk/>
            <pc:sldMk cId="3947119217" sldId="293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8:21.631" v="472" actId="26606"/>
        <pc:sldMkLst>
          <pc:docMk/>
          <pc:sldMk cId="4202516654" sldId="294"/>
        </pc:sldMkLst>
        <pc:spChg chg="mod">
          <ac:chgData name="Hichem Khederi" userId="d27f54ca4b7deeec" providerId="LiveId" clId="{3D80AC5A-925F-481E-85D3-9CA48BD9A3B3}" dt="2026-05-25T02:38:21.631" v="472" actId="26606"/>
          <ac:spMkLst>
            <pc:docMk/>
            <pc:sldMk cId="4202516654" sldId="294"/>
            <ac:spMk id="2" creationId="{C531BC62-FC36-6BCA-7F87-3F93AF229AF8}"/>
          </ac:spMkLst>
        </pc:spChg>
        <pc:spChg chg="mod">
          <ac:chgData name="Hichem Khederi" userId="d27f54ca4b7deeec" providerId="LiveId" clId="{3D80AC5A-925F-481E-85D3-9CA48BD9A3B3}" dt="2026-05-25T02:38:21.631" v="472" actId="26606"/>
          <ac:spMkLst>
            <pc:docMk/>
            <pc:sldMk cId="4202516654" sldId="294"/>
            <ac:spMk id="3" creationId="{0CDE9D8B-65F8-206D-9F24-C2EE1216EA0B}"/>
          </ac:spMkLst>
        </pc:spChg>
        <pc:spChg chg="add">
          <ac:chgData name="Hichem Khederi" userId="d27f54ca4b7deeec" providerId="LiveId" clId="{3D80AC5A-925F-481E-85D3-9CA48BD9A3B3}" dt="2026-05-25T02:38:21.631" v="472" actId="26606"/>
          <ac:spMkLst>
            <pc:docMk/>
            <pc:sldMk cId="4202516654" sldId="294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8:21.631" v="472" actId="26606"/>
          <ac:spMkLst>
            <pc:docMk/>
            <pc:sldMk cId="4202516654" sldId="294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8:21.631" v="472" actId="26606"/>
          <ac:spMkLst>
            <pc:docMk/>
            <pc:sldMk cId="4202516654" sldId="294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8:21.631" v="472" actId="26606"/>
          <ac:spMkLst>
            <pc:docMk/>
            <pc:sldMk cId="4202516654" sldId="294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8:21.631" v="472" actId="26606"/>
          <ac:spMkLst>
            <pc:docMk/>
            <pc:sldMk cId="4202516654" sldId="294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8:21.631" v="472" actId="26606"/>
          <ac:spMkLst>
            <pc:docMk/>
            <pc:sldMk cId="4202516654" sldId="294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8:25.363" v="473" actId="26606"/>
        <pc:sldMkLst>
          <pc:docMk/>
          <pc:sldMk cId="2679165274" sldId="295"/>
        </pc:sldMkLst>
        <pc:spChg chg="mod">
          <ac:chgData name="Hichem Khederi" userId="d27f54ca4b7deeec" providerId="LiveId" clId="{3D80AC5A-925F-481E-85D3-9CA48BD9A3B3}" dt="2026-05-25T02:38:25.363" v="473" actId="26606"/>
          <ac:spMkLst>
            <pc:docMk/>
            <pc:sldMk cId="2679165274" sldId="295"/>
            <ac:spMk id="2" creationId="{E342BAE8-5361-68E5-F13E-B111C636308E}"/>
          </ac:spMkLst>
        </pc:spChg>
        <pc:spChg chg="mod">
          <ac:chgData name="Hichem Khederi" userId="d27f54ca4b7deeec" providerId="LiveId" clId="{3D80AC5A-925F-481E-85D3-9CA48BD9A3B3}" dt="2026-05-25T02:38:25.363" v="473" actId="26606"/>
          <ac:spMkLst>
            <pc:docMk/>
            <pc:sldMk cId="2679165274" sldId="295"/>
            <ac:spMk id="3" creationId="{6DBA5DC1-6BBD-562D-F6D3-C75AD628CA5B}"/>
          </ac:spMkLst>
        </pc:spChg>
        <pc:spChg chg="add">
          <ac:chgData name="Hichem Khederi" userId="d27f54ca4b7deeec" providerId="LiveId" clId="{3D80AC5A-925F-481E-85D3-9CA48BD9A3B3}" dt="2026-05-25T02:38:25.363" v="473" actId="26606"/>
          <ac:spMkLst>
            <pc:docMk/>
            <pc:sldMk cId="2679165274" sldId="295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8:25.363" v="473" actId="26606"/>
          <ac:spMkLst>
            <pc:docMk/>
            <pc:sldMk cId="2679165274" sldId="295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8:25.363" v="473" actId="26606"/>
          <ac:spMkLst>
            <pc:docMk/>
            <pc:sldMk cId="2679165274" sldId="295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8:25.363" v="473" actId="26606"/>
          <ac:spMkLst>
            <pc:docMk/>
            <pc:sldMk cId="2679165274" sldId="295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8:25.363" v="473" actId="26606"/>
          <ac:spMkLst>
            <pc:docMk/>
            <pc:sldMk cId="2679165274" sldId="295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8:25.363" v="473" actId="26606"/>
          <ac:spMkLst>
            <pc:docMk/>
            <pc:sldMk cId="2679165274" sldId="295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38:27.918" v="474" actId="26606"/>
        <pc:sldMkLst>
          <pc:docMk/>
          <pc:sldMk cId="2655398823" sldId="296"/>
        </pc:sldMkLst>
        <pc:spChg chg="mod">
          <ac:chgData name="Hichem Khederi" userId="d27f54ca4b7deeec" providerId="LiveId" clId="{3D80AC5A-925F-481E-85D3-9CA48BD9A3B3}" dt="2026-05-25T02:38:27.918" v="474" actId="26606"/>
          <ac:spMkLst>
            <pc:docMk/>
            <pc:sldMk cId="2655398823" sldId="296"/>
            <ac:spMk id="2" creationId="{EB504346-F4EF-DAA9-51F3-CEBE0FD255A6}"/>
          </ac:spMkLst>
        </pc:spChg>
        <pc:spChg chg="mod">
          <ac:chgData name="Hichem Khederi" userId="d27f54ca4b7deeec" providerId="LiveId" clId="{3D80AC5A-925F-481E-85D3-9CA48BD9A3B3}" dt="2026-05-25T02:38:27.918" v="474" actId="26606"/>
          <ac:spMkLst>
            <pc:docMk/>
            <pc:sldMk cId="2655398823" sldId="296"/>
            <ac:spMk id="3" creationId="{6725EB8E-8991-B6F4-3B42-2F3CD8ECFE73}"/>
          </ac:spMkLst>
        </pc:spChg>
        <pc:spChg chg="add">
          <ac:chgData name="Hichem Khederi" userId="d27f54ca4b7deeec" providerId="LiveId" clId="{3D80AC5A-925F-481E-85D3-9CA48BD9A3B3}" dt="2026-05-25T02:38:27.918" v="474" actId="26606"/>
          <ac:spMkLst>
            <pc:docMk/>
            <pc:sldMk cId="2655398823" sldId="296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38:27.918" v="474" actId="26606"/>
          <ac:spMkLst>
            <pc:docMk/>
            <pc:sldMk cId="2655398823" sldId="296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38:27.918" v="474" actId="26606"/>
          <ac:spMkLst>
            <pc:docMk/>
            <pc:sldMk cId="2655398823" sldId="296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38:27.918" v="474" actId="26606"/>
          <ac:spMkLst>
            <pc:docMk/>
            <pc:sldMk cId="2655398823" sldId="296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38:27.918" v="474" actId="26606"/>
          <ac:spMkLst>
            <pc:docMk/>
            <pc:sldMk cId="2655398823" sldId="296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38:27.918" v="474" actId="26606"/>
          <ac:spMkLst>
            <pc:docMk/>
            <pc:sldMk cId="2655398823" sldId="296"/>
            <ac:spMk id="18" creationId="{A09989E4-EFDC-4A90-A633-E0525FB4139E}"/>
          </ac:spMkLst>
        </pc:spChg>
      </pc:sldChg>
      <pc:sldChg chg="addSp modSp new mod setBg">
        <pc:chgData name="Hichem Khederi" userId="d27f54ca4b7deeec" providerId="LiveId" clId="{3D80AC5A-925F-481E-85D3-9CA48BD9A3B3}" dt="2026-05-25T02:43:58.035" v="517" actId="26606"/>
        <pc:sldMkLst>
          <pc:docMk/>
          <pc:sldMk cId="3945852697" sldId="297"/>
        </pc:sldMkLst>
        <pc:spChg chg="mod">
          <ac:chgData name="Hichem Khederi" userId="d27f54ca4b7deeec" providerId="LiveId" clId="{3D80AC5A-925F-481E-85D3-9CA48BD9A3B3}" dt="2026-05-25T02:43:58.035" v="517" actId="26606"/>
          <ac:spMkLst>
            <pc:docMk/>
            <pc:sldMk cId="3945852697" sldId="297"/>
            <ac:spMk id="2" creationId="{31DBC1CC-9D71-FF06-F353-A5F0F9E88D2C}"/>
          </ac:spMkLst>
        </pc:spChg>
        <pc:spChg chg="mod">
          <ac:chgData name="Hichem Khederi" userId="d27f54ca4b7deeec" providerId="LiveId" clId="{3D80AC5A-925F-481E-85D3-9CA48BD9A3B3}" dt="2026-05-25T02:43:58.035" v="517" actId="26606"/>
          <ac:spMkLst>
            <pc:docMk/>
            <pc:sldMk cId="3945852697" sldId="297"/>
            <ac:spMk id="3" creationId="{2093E778-16ED-E8A9-C68C-C1A6AAE4D9C6}"/>
          </ac:spMkLst>
        </pc:spChg>
        <pc:spChg chg="add">
          <ac:chgData name="Hichem Khederi" userId="d27f54ca4b7deeec" providerId="LiveId" clId="{3D80AC5A-925F-481E-85D3-9CA48BD9A3B3}" dt="2026-05-25T02:43:58.035" v="517" actId="26606"/>
          <ac:spMkLst>
            <pc:docMk/>
            <pc:sldMk cId="3945852697" sldId="297"/>
            <ac:spMk id="8" creationId="{DEE2AD96-B495-4E06-9291-B71706F728CB}"/>
          </ac:spMkLst>
        </pc:spChg>
        <pc:spChg chg="add">
          <ac:chgData name="Hichem Khederi" userId="d27f54ca4b7deeec" providerId="LiveId" clId="{3D80AC5A-925F-481E-85D3-9CA48BD9A3B3}" dt="2026-05-25T02:43:58.035" v="517" actId="26606"/>
          <ac:spMkLst>
            <pc:docMk/>
            <pc:sldMk cId="3945852697" sldId="297"/>
            <ac:spMk id="10" creationId="{53CF6D67-C5A8-4ADD-9E8E-1E38CA1D3166}"/>
          </ac:spMkLst>
        </pc:spChg>
        <pc:spChg chg="add">
          <ac:chgData name="Hichem Khederi" userId="d27f54ca4b7deeec" providerId="LiveId" clId="{3D80AC5A-925F-481E-85D3-9CA48BD9A3B3}" dt="2026-05-25T02:43:58.035" v="517" actId="26606"/>
          <ac:spMkLst>
            <pc:docMk/>
            <pc:sldMk cId="3945852697" sldId="297"/>
            <ac:spMk id="12" creationId="{86909FA0-B515-4681-B7A8-FA281D133B94}"/>
          </ac:spMkLst>
        </pc:spChg>
        <pc:spChg chg="add">
          <ac:chgData name="Hichem Khederi" userId="d27f54ca4b7deeec" providerId="LiveId" clId="{3D80AC5A-925F-481E-85D3-9CA48BD9A3B3}" dt="2026-05-25T02:43:58.035" v="517" actId="26606"/>
          <ac:spMkLst>
            <pc:docMk/>
            <pc:sldMk cId="3945852697" sldId="297"/>
            <ac:spMk id="14" creationId="{21C9FE86-FCC3-4A31-AA1C-C882262B7FE7}"/>
          </ac:spMkLst>
        </pc:spChg>
        <pc:spChg chg="add">
          <ac:chgData name="Hichem Khederi" userId="d27f54ca4b7deeec" providerId="LiveId" clId="{3D80AC5A-925F-481E-85D3-9CA48BD9A3B3}" dt="2026-05-25T02:43:58.035" v="517" actId="26606"/>
          <ac:spMkLst>
            <pc:docMk/>
            <pc:sldMk cId="3945852697" sldId="297"/>
            <ac:spMk id="16" creationId="{7D96243B-ECED-4B71-8E06-AE9A285EAD20}"/>
          </ac:spMkLst>
        </pc:spChg>
        <pc:spChg chg="add">
          <ac:chgData name="Hichem Khederi" userId="d27f54ca4b7deeec" providerId="LiveId" clId="{3D80AC5A-925F-481E-85D3-9CA48BD9A3B3}" dt="2026-05-25T02:43:58.035" v="517" actId="26606"/>
          <ac:spMkLst>
            <pc:docMk/>
            <pc:sldMk cId="3945852697" sldId="297"/>
            <ac:spMk id="18" creationId="{A09989E4-EFDC-4A90-A633-E0525FB4139E}"/>
          </ac:spMkLst>
        </pc:spChg>
      </pc:sldChg>
    </pc:docChg>
  </pc:docChgLst>
  <pc:docChgLst>
    <pc:chgData name="Pelletier, Xavier" userId="22aaddba-8680-46ca-85c7-44db858b683d" providerId="ADAL" clId="{4ECAEDD1-DC4B-4236-9B98-EAB710DDB7D3}"/>
    <pc:docChg chg="undo custSel addSld delSld modSld sldOrd">
      <pc:chgData name="Pelletier, Xavier" userId="22aaddba-8680-46ca-85c7-44db858b683d" providerId="ADAL" clId="{4ECAEDD1-DC4B-4236-9B98-EAB710DDB7D3}" dt="2026-05-24T19:21:58.516" v="802" actId="26606"/>
      <pc:docMkLst>
        <pc:docMk/>
      </pc:docMkLst>
      <pc:sldChg chg="addSp modSp new mod setBg">
        <pc:chgData name="Pelletier, Xavier" userId="22aaddba-8680-46ca-85c7-44db858b683d" providerId="ADAL" clId="{4ECAEDD1-DC4B-4236-9B98-EAB710DDB7D3}" dt="2026-05-24T18:40:12.745" v="121" actId="26606"/>
        <pc:sldMkLst>
          <pc:docMk/>
          <pc:sldMk cId="465269460" sldId="256"/>
        </pc:sldMkLst>
        <pc:spChg chg="mod">
          <ac:chgData name="Pelletier, Xavier" userId="22aaddba-8680-46ca-85c7-44db858b683d" providerId="ADAL" clId="{4ECAEDD1-DC4B-4236-9B98-EAB710DDB7D3}" dt="2026-05-24T18:40:12.745" v="121" actId="26606"/>
          <ac:spMkLst>
            <pc:docMk/>
            <pc:sldMk cId="465269460" sldId="256"/>
            <ac:spMk id="2" creationId="{367992D8-DB98-4707-4770-84F90C463D90}"/>
          </ac:spMkLst>
        </pc:spChg>
        <pc:spChg chg="mod">
          <ac:chgData name="Pelletier, Xavier" userId="22aaddba-8680-46ca-85c7-44db858b683d" providerId="ADAL" clId="{4ECAEDD1-DC4B-4236-9B98-EAB710DDB7D3}" dt="2026-05-24T18:40:12.745" v="121" actId="26606"/>
          <ac:spMkLst>
            <pc:docMk/>
            <pc:sldMk cId="465269460" sldId="256"/>
            <ac:spMk id="3" creationId="{B352B08D-945A-6717-F1D1-2015CABADF0A}"/>
          </ac:spMkLst>
        </pc:spChg>
        <pc:spChg chg="add">
          <ac:chgData name="Pelletier, Xavier" userId="22aaddba-8680-46ca-85c7-44db858b683d" providerId="ADAL" clId="{4ECAEDD1-DC4B-4236-9B98-EAB710DDB7D3}" dt="2026-05-24T18:40:12.745" v="121" actId="26606"/>
          <ac:spMkLst>
            <pc:docMk/>
            <pc:sldMk cId="465269460" sldId="256"/>
            <ac:spMk id="10" creationId="{A3363022-C969-41E9-8EB2-E4C94908C1FA}"/>
          </ac:spMkLst>
        </pc:spChg>
        <pc:spChg chg="add">
          <ac:chgData name="Pelletier, Xavier" userId="22aaddba-8680-46ca-85c7-44db858b683d" providerId="ADAL" clId="{4ECAEDD1-DC4B-4236-9B98-EAB710DDB7D3}" dt="2026-05-24T18:40:12.745" v="121" actId="26606"/>
          <ac:spMkLst>
            <pc:docMk/>
            <pc:sldMk cId="465269460" sldId="256"/>
            <ac:spMk id="12" creationId="{8D1AD6B3-BE88-4CEB-BA17-790657CC4729}"/>
          </ac:spMkLst>
        </pc:spChg>
        <pc:grpChg chg="add">
          <ac:chgData name="Pelletier, Xavier" userId="22aaddba-8680-46ca-85c7-44db858b683d" providerId="ADAL" clId="{4ECAEDD1-DC4B-4236-9B98-EAB710DDB7D3}" dt="2026-05-24T18:40:12.745" v="121" actId="26606"/>
          <ac:grpSpMkLst>
            <pc:docMk/>
            <pc:sldMk cId="465269460" sldId="256"/>
            <ac:grpSpMk id="14" creationId="{89D1390B-7E13-4B4F-9CB2-391063412E54}"/>
          </ac:grpSpMkLst>
        </pc:grpChg>
        <pc:picChg chg="add">
          <ac:chgData name="Pelletier, Xavier" userId="22aaddba-8680-46ca-85c7-44db858b683d" providerId="ADAL" clId="{4ECAEDD1-DC4B-4236-9B98-EAB710DDB7D3}" dt="2026-05-24T18:40:12.745" v="121" actId="26606"/>
          <ac:picMkLst>
            <pc:docMk/>
            <pc:sldMk cId="465269460" sldId="256"/>
            <ac:picMk id="7" creationId="{1925ECBB-5E79-A4F3-3F6C-8D889FADF473}"/>
          </ac:picMkLst>
        </pc:picChg>
      </pc:sldChg>
      <pc:sldChg chg="addSp delSp modSp new mod setBg">
        <pc:chgData name="Pelletier, Xavier" userId="22aaddba-8680-46ca-85c7-44db858b683d" providerId="ADAL" clId="{4ECAEDD1-DC4B-4236-9B98-EAB710DDB7D3}" dt="2026-05-24T18:52:35.137" v="406" actId="20577"/>
        <pc:sldMkLst>
          <pc:docMk/>
          <pc:sldMk cId="2606326728" sldId="257"/>
        </pc:sldMkLst>
        <pc:spChg chg="add del">
          <ac:chgData name="Pelletier, Xavier" userId="22aaddba-8680-46ca-85c7-44db858b683d" providerId="ADAL" clId="{4ECAEDD1-DC4B-4236-9B98-EAB710DDB7D3}" dt="2026-05-24T18:39:12.121" v="7" actId="26606"/>
          <ac:spMkLst>
            <pc:docMk/>
            <pc:sldMk cId="2606326728" sldId="257"/>
            <ac:spMk id="2" creationId="{0953A649-7614-CF0B-923B-2EC5F49D7F5C}"/>
          </ac:spMkLst>
        </pc:spChg>
        <pc:spChg chg="del">
          <ac:chgData name="Pelletier, Xavier" userId="22aaddba-8680-46ca-85c7-44db858b683d" providerId="ADAL" clId="{4ECAEDD1-DC4B-4236-9B98-EAB710DDB7D3}" dt="2026-05-24T18:38:56.348" v="2" actId="22"/>
          <ac:spMkLst>
            <pc:docMk/>
            <pc:sldMk cId="2606326728" sldId="257"/>
            <ac:spMk id="3" creationId="{8CEBF909-4567-EC76-000F-8AE8E7E390A3}"/>
          </ac:spMkLst>
        </pc:spChg>
        <pc:spChg chg="add del mod">
          <ac:chgData name="Pelletier, Xavier" userId="22aaddba-8680-46ca-85c7-44db858b683d" providerId="ADAL" clId="{4ECAEDD1-DC4B-4236-9B98-EAB710DDB7D3}" dt="2026-05-24T18:43:21.524" v="246" actId="22"/>
          <ac:spMkLst>
            <pc:docMk/>
            <pc:sldMk cId="2606326728" sldId="257"/>
            <ac:spMk id="7" creationId="{3DA6D994-632F-2A29-2879-43F0233A10D6}"/>
          </ac:spMkLst>
        </pc:spChg>
        <pc:spChg chg="add del">
          <ac:chgData name="Pelletier, Xavier" userId="22aaddba-8680-46ca-85c7-44db858b683d" providerId="ADAL" clId="{4ECAEDD1-DC4B-4236-9B98-EAB710DDB7D3}" dt="2026-05-24T18:39:12.112" v="6" actId="26606"/>
          <ac:spMkLst>
            <pc:docMk/>
            <pc:sldMk cId="2606326728" sldId="257"/>
            <ac:spMk id="9" creationId="{421F3185-5BDF-CE84-9286-5A3FA4001FB7}"/>
          </ac:spMkLst>
        </pc:spChg>
        <pc:spChg chg="add del">
          <ac:chgData name="Pelletier, Xavier" userId="22aaddba-8680-46ca-85c7-44db858b683d" providerId="ADAL" clId="{4ECAEDD1-DC4B-4236-9B98-EAB710DDB7D3}" dt="2026-05-24T18:42:22.097" v="241" actId="26606"/>
          <ac:spMkLst>
            <pc:docMk/>
            <pc:sldMk cId="2606326728" sldId="257"/>
            <ac:spMk id="12" creationId="{F13C74B1-5B17-4795-BED0-7140497B445A}"/>
          </ac:spMkLst>
        </pc:spChg>
        <pc:spChg chg="add del">
          <ac:chgData name="Pelletier, Xavier" userId="22aaddba-8680-46ca-85c7-44db858b683d" providerId="ADAL" clId="{4ECAEDD1-DC4B-4236-9B98-EAB710DDB7D3}" dt="2026-05-24T18:42:22.097" v="241" actId="26606"/>
          <ac:spMkLst>
            <pc:docMk/>
            <pc:sldMk cId="2606326728" sldId="257"/>
            <ac:spMk id="14" creationId="{D4974D33-8DC5-464E-8C6D-BE58F0669C17}"/>
          </ac:spMkLst>
        </pc:spChg>
        <pc:spChg chg="add del">
          <ac:chgData name="Pelletier, Xavier" userId="22aaddba-8680-46ca-85c7-44db858b683d" providerId="ADAL" clId="{4ECAEDD1-DC4B-4236-9B98-EAB710DDB7D3}" dt="2026-05-24T18:39:12.112" v="6" actId="26606"/>
          <ac:spMkLst>
            <pc:docMk/>
            <pc:sldMk cId="2606326728" sldId="257"/>
            <ac:spMk id="16" creationId="{0953A649-7614-CF0B-923B-2EC5F49D7F5C}"/>
          </ac:spMkLst>
        </pc:spChg>
        <pc:spChg chg="add mod ord">
          <ac:chgData name="Pelletier, Xavier" userId="22aaddba-8680-46ca-85c7-44db858b683d" providerId="ADAL" clId="{4ECAEDD1-DC4B-4236-9B98-EAB710DDB7D3}" dt="2026-05-24T18:52:35.137" v="406" actId="20577"/>
          <ac:spMkLst>
            <pc:docMk/>
            <pc:sldMk cId="2606326728" sldId="257"/>
            <ac:spMk id="19" creationId="{0953A649-7614-CF0B-923B-2EC5F49D7F5C}"/>
          </ac:spMkLst>
        </pc:spChg>
        <pc:spChg chg="add del">
          <ac:chgData name="Pelletier, Xavier" userId="22aaddba-8680-46ca-85c7-44db858b683d" providerId="ADAL" clId="{4ECAEDD1-DC4B-4236-9B98-EAB710DDB7D3}" dt="2026-05-24T18:42:22.097" v="241" actId="26606"/>
          <ac:spMkLst>
            <pc:docMk/>
            <pc:sldMk cId="2606326728" sldId="257"/>
            <ac:spMk id="20" creationId="{ACF99854-21FA-5E3D-8F54-29F8E3B25800}"/>
          </ac:spMkLst>
        </pc:spChg>
        <pc:spChg chg="add del mod">
          <ac:chgData name="Pelletier, Xavier" userId="22aaddba-8680-46ca-85c7-44db858b683d" providerId="ADAL" clId="{4ECAEDD1-DC4B-4236-9B98-EAB710DDB7D3}" dt="2026-05-24T18:44:21.272" v="254" actId="22"/>
          <ac:spMkLst>
            <pc:docMk/>
            <pc:sldMk cId="2606326728" sldId="257"/>
            <ac:spMk id="21" creationId="{8C2EA288-72F4-0C87-F30D-976E7500C59D}"/>
          </ac:spMkLst>
        </pc:spChg>
        <pc:spChg chg="add del">
          <ac:chgData name="Pelletier, Xavier" userId="22aaddba-8680-46ca-85c7-44db858b683d" providerId="ADAL" clId="{4ECAEDD1-DC4B-4236-9B98-EAB710DDB7D3}" dt="2026-05-24T18:44:49.378" v="259" actId="26606"/>
          <ac:spMkLst>
            <pc:docMk/>
            <pc:sldMk cId="2606326728" sldId="257"/>
            <ac:spMk id="25" creationId="{A414F261-E931-45CB-8605-20FFD6826336}"/>
          </ac:spMkLst>
        </pc:spChg>
        <pc:spChg chg="add del">
          <ac:chgData name="Pelletier, Xavier" userId="22aaddba-8680-46ca-85c7-44db858b683d" providerId="ADAL" clId="{4ECAEDD1-DC4B-4236-9B98-EAB710DDB7D3}" dt="2026-05-24T18:44:49.378" v="259" actId="26606"/>
          <ac:spMkLst>
            <pc:docMk/>
            <pc:sldMk cId="2606326728" sldId="257"/>
            <ac:spMk id="33" creationId="{FD658114-FDEB-D07B-C3CA-A7E72F7F79A6}"/>
          </ac:spMkLst>
        </pc:spChg>
        <pc:spChg chg="add del">
          <ac:chgData name="Pelletier, Xavier" userId="22aaddba-8680-46ca-85c7-44db858b683d" providerId="ADAL" clId="{4ECAEDD1-DC4B-4236-9B98-EAB710DDB7D3}" dt="2026-05-24T18:44:49.378" v="259" actId="26606"/>
          <ac:spMkLst>
            <pc:docMk/>
            <pc:sldMk cId="2606326728" sldId="257"/>
            <ac:spMk id="36" creationId="{3ECBE1F1-D69B-4AFA-ABD5-8E41720EF6DE}"/>
          </ac:spMkLst>
        </pc:spChg>
        <pc:spChg chg="add del">
          <ac:chgData name="Pelletier, Xavier" userId="22aaddba-8680-46ca-85c7-44db858b683d" providerId="ADAL" clId="{4ECAEDD1-DC4B-4236-9B98-EAB710DDB7D3}" dt="2026-05-24T18:44:49.378" v="259" actId="26606"/>
          <ac:spMkLst>
            <pc:docMk/>
            <pc:sldMk cId="2606326728" sldId="257"/>
            <ac:spMk id="38" creationId="{603A6265-E10C-4B85-9C20-E75FCAF9CC63}"/>
          </ac:spMkLst>
        </pc:spChg>
        <pc:grpChg chg="add del">
          <ac:chgData name="Pelletier, Xavier" userId="22aaddba-8680-46ca-85c7-44db858b683d" providerId="ADAL" clId="{4ECAEDD1-DC4B-4236-9B98-EAB710DDB7D3}" dt="2026-05-24T18:39:06.066" v="4" actId="26606"/>
          <ac:grpSpMkLst>
            <pc:docMk/>
            <pc:sldMk cId="2606326728" sldId="257"/>
            <ac:grpSpMk id="10" creationId="{723C66ED-DBBF-12CA-7F5E-813E0E7D036A}"/>
          </ac:grpSpMkLst>
        </pc:grpChg>
        <pc:picChg chg="add del mod ord">
          <ac:chgData name="Pelletier, Xavier" userId="22aaddba-8680-46ca-85c7-44db858b683d" providerId="ADAL" clId="{4ECAEDD1-DC4B-4236-9B98-EAB710DDB7D3}" dt="2026-05-24T18:43:06.802" v="245" actId="478"/>
          <ac:picMkLst>
            <pc:docMk/>
            <pc:sldMk cId="2606326728" sldId="257"/>
            <ac:picMk id="5" creationId="{A8F59FD3-8937-9B57-0BDD-A3E1913CD7D8}"/>
          </ac:picMkLst>
        </pc:picChg>
        <pc:picChg chg="add del mod ord">
          <ac:chgData name="Pelletier, Xavier" userId="22aaddba-8680-46ca-85c7-44db858b683d" providerId="ADAL" clId="{4ECAEDD1-DC4B-4236-9B98-EAB710DDB7D3}" dt="2026-05-24T18:44:19.573" v="253" actId="478"/>
          <ac:picMkLst>
            <pc:docMk/>
            <pc:sldMk cId="2606326728" sldId="257"/>
            <ac:picMk id="15" creationId="{5365213A-11D4-B3DE-9269-6DBAD174D000}"/>
          </ac:picMkLst>
        </pc:picChg>
        <pc:picChg chg="add mod ord">
          <ac:chgData name="Pelletier, Xavier" userId="22aaddba-8680-46ca-85c7-44db858b683d" providerId="ADAL" clId="{4ECAEDD1-DC4B-4236-9B98-EAB710DDB7D3}" dt="2026-05-24T18:44:57.851" v="262" actId="14100"/>
          <ac:picMkLst>
            <pc:docMk/>
            <pc:sldMk cId="2606326728" sldId="257"/>
            <ac:picMk id="23" creationId="{B7DEAFB8-26B6-640D-7DAF-F81B73A16593}"/>
          </ac:picMkLst>
        </pc:picChg>
        <pc:cxnChg chg="add del">
          <ac:chgData name="Pelletier, Xavier" userId="22aaddba-8680-46ca-85c7-44db858b683d" providerId="ADAL" clId="{4ECAEDD1-DC4B-4236-9B98-EAB710DDB7D3}" dt="2026-05-24T18:39:12.112" v="6" actId="26606"/>
          <ac:cxnSpMkLst>
            <pc:docMk/>
            <pc:sldMk cId="2606326728" sldId="257"/>
            <ac:cxnSpMk id="17" creationId="{249EDD1B-F94D-B4E6-ACAA-566B9A26FDE3}"/>
          </ac:cxnSpMkLst>
        </pc:cxnChg>
        <pc:cxnChg chg="add del">
          <ac:chgData name="Pelletier, Xavier" userId="22aaddba-8680-46ca-85c7-44db858b683d" providerId="ADAL" clId="{4ECAEDD1-DC4B-4236-9B98-EAB710DDB7D3}" dt="2026-05-24T18:44:49.378" v="259" actId="26606"/>
          <ac:cxnSpMkLst>
            <pc:docMk/>
            <pc:sldMk cId="2606326728" sldId="257"/>
            <ac:cxnSpMk id="27" creationId="{B63CF8AD-BB19-4F90-BDE5-B3B3F56F4E4A}"/>
          </ac:cxnSpMkLst>
        </pc:cxnChg>
        <pc:cxnChg chg="add del">
          <ac:chgData name="Pelletier, Xavier" userId="22aaddba-8680-46ca-85c7-44db858b683d" providerId="ADAL" clId="{4ECAEDD1-DC4B-4236-9B98-EAB710DDB7D3}" dt="2026-05-24T18:44:49.378" v="259" actId="26606"/>
          <ac:cxnSpMkLst>
            <pc:docMk/>
            <pc:sldMk cId="2606326728" sldId="257"/>
            <ac:cxnSpMk id="29" creationId="{224E62CA-FAA3-4628-AEF3-5033C771498B}"/>
          </ac:cxnSpMkLst>
        </pc:cxnChg>
      </pc:sldChg>
      <pc:sldChg chg="addSp delSp modSp new mod setBg setClrOvrMap">
        <pc:chgData name="Pelletier, Xavier" userId="22aaddba-8680-46ca-85c7-44db858b683d" providerId="ADAL" clId="{4ECAEDD1-DC4B-4236-9B98-EAB710DDB7D3}" dt="2026-05-24T19:18:33.419" v="779" actId="27636"/>
        <pc:sldMkLst>
          <pc:docMk/>
          <pc:sldMk cId="1884478176" sldId="258"/>
        </pc:sldMkLst>
        <pc:spChg chg="mod">
          <ac:chgData name="Pelletier, Xavier" userId="22aaddba-8680-46ca-85c7-44db858b683d" providerId="ADAL" clId="{4ECAEDD1-DC4B-4236-9B98-EAB710DDB7D3}" dt="2026-05-24T19:12:52.734" v="726" actId="26606"/>
          <ac:spMkLst>
            <pc:docMk/>
            <pc:sldMk cId="1884478176" sldId="258"/>
            <ac:spMk id="2" creationId="{19D7C141-5770-85F2-4C3C-67C0E0ACB50B}"/>
          </ac:spMkLst>
        </pc:spChg>
        <pc:spChg chg="add del mod">
          <ac:chgData name="Pelletier, Xavier" userId="22aaddba-8680-46ca-85c7-44db858b683d" providerId="ADAL" clId="{4ECAEDD1-DC4B-4236-9B98-EAB710DDB7D3}" dt="2026-05-24T19:18:21.784" v="773" actId="478"/>
          <ac:spMkLst>
            <pc:docMk/>
            <pc:sldMk cId="1884478176" sldId="258"/>
            <ac:spMk id="3" creationId="{2EABD826-B9A3-E4B8-2DE9-54FF5B57B7BD}"/>
          </ac:spMkLst>
        </pc:spChg>
        <pc:spChg chg="del mod">
          <ac:chgData name="Pelletier, Xavier" userId="22aaddba-8680-46ca-85c7-44db858b683d" providerId="ADAL" clId="{4ECAEDD1-DC4B-4236-9B98-EAB710DDB7D3}" dt="2026-05-24T19:14:40.528" v="746" actId="21"/>
          <ac:spMkLst>
            <pc:docMk/>
            <pc:sldMk cId="1884478176" sldId="258"/>
            <ac:spMk id="3" creationId="{F835A714-53A2-421F-0FE0-065F173CE48E}"/>
          </ac:spMkLst>
        </pc:spChg>
        <pc:spChg chg="add del mod">
          <ac:chgData name="Pelletier, Xavier" userId="22aaddba-8680-46ca-85c7-44db858b683d" providerId="ADAL" clId="{4ECAEDD1-DC4B-4236-9B98-EAB710DDB7D3}" dt="2026-05-24T19:12:12.265" v="712" actId="478"/>
          <ac:spMkLst>
            <pc:docMk/>
            <pc:sldMk cId="1884478176" sldId="258"/>
            <ac:spMk id="4" creationId="{6FC2937A-1AE1-FB36-3BA9-2FD05B09BFC4}"/>
          </ac:spMkLst>
        </pc:spChg>
        <pc:spChg chg="add mod">
          <ac:chgData name="Pelletier, Xavier" userId="22aaddba-8680-46ca-85c7-44db858b683d" providerId="ADAL" clId="{4ECAEDD1-DC4B-4236-9B98-EAB710DDB7D3}" dt="2026-05-24T19:18:33.419" v="779" actId="27636"/>
          <ac:spMkLst>
            <pc:docMk/>
            <pc:sldMk cId="1884478176" sldId="258"/>
            <ac:spMk id="4" creationId="{F835A714-53A2-421F-0FE0-065F173CE48E}"/>
          </ac:spMkLst>
        </pc:spChg>
        <pc:spChg chg="add mod">
          <ac:chgData name="Pelletier, Xavier" userId="22aaddba-8680-46ca-85c7-44db858b683d" providerId="ADAL" clId="{4ECAEDD1-DC4B-4236-9B98-EAB710DDB7D3}" dt="2026-05-24T19:13:28.566" v="739" actId="20577"/>
          <ac:spMkLst>
            <pc:docMk/>
            <pc:sldMk cId="1884478176" sldId="258"/>
            <ac:spMk id="5" creationId="{0DE0B587-9070-AB48-D22F-66CDA4D0EEE6}"/>
          </ac:spMkLst>
        </pc:spChg>
        <pc:spChg chg="add mod">
          <ac:chgData name="Pelletier, Xavier" userId="22aaddba-8680-46ca-85c7-44db858b683d" providerId="ADAL" clId="{4ECAEDD1-DC4B-4236-9B98-EAB710DDB7D3}" dt="2026-05-24T19:13:59.703" v="744" actId="1076"/>
          <ac:spMkLst>
            <pc:docMk/>
            <pc:sldMk cId="1884478176" sldId="258"/>
            <ac:spMk id="7" creationId="{3AAD009E-0ACB-7BE8-E6B6-5BB78C191597}"/>
          </ac:spMkLst>
        </pc:spChg>
        <pc:spChg chg="add del mod">
          <ac:chgData name="Pelletier, Xavier" userId="22aaddba-8680-46ca-85c7-44db858b683d" providerId="ADAL" clId="{4ECAEDD1-DC4B-4236-9B98-EAB710DDB7D3}" dt="2026-05-24T19:17:55.105" v="763" actId="478"/>
          <ac:spMkLst>
            <pc:docMk/>
            <pc:sldMk cId="1884478176" sldId="258"/>
            <ac:spMk id="9" creationId="{CD9CC4F5-C426-86DF-2769-A90D2F545273}"/>
          </ac:spMkLst>
        </pc:spChg>
        <pc:spChg chg="add del">
          <ac:chgData name="Pelletier, Xavier" userId="22aaddba-8680-46ca-85c7-44db858b683d" providerId="ADAL" clId="{4ECAEDD1-DC4B-4236-9B98-EAB710DDB7D3}" dt="2026-05-24T19:12:49.300" v="723" actId="26606"/>
          <ac:spMkLst>
            <pc:docMk/>
            <pc:sldMk cId="1884478176" sldId="258"/>
            <ac:spMk id="10" creationId="{1E214AA7-F028-4A0D-8698-61AEC754D1BC}"/>
          </ac:spMkLst>
        </pc:spChg>
        <pc:spChg chg="add del">
          <ac:chgData name="Pelletier, Xavier" userId="22aaddba-8680-46ca-85c7-44db858b683d" providerId="ADAL" clId="{4ECAEDD1-DC4B-4236-9B98-EAB710DDB7D3}" dt="2026-05-24T19:12:52.724" v="725" actId="26606"/>
          <ac:spMkLst>
            <pc:docMk/>
            <pc:sldMk cId="1884478176" sldId="258"/>
            <ac:spMk id="14" creationId="{3CF62545-93A0-4FD5-9B48-48DCA794CBA1}"/>
          </ac:spMkLst>
        </pc:spChg>
        <pc:spChg chg="add del">
          <ac:chgData name="Pelletier, Xavier" userId="22aaddba-8680-46ca-85c7-44db858b683d" providerId="ADAL" clId="{4ECAEDD1-DC4B-4236-9B98-EAB710DDB7D3}" dt="2026-05-24T19:12:52.724" v="725" actId="26606"/>
          <ac:spMkLst>
            <pc:docMk/>
            <pc:sldMk cId="1884478176" sldId="258"/>
            <ac:spMk id="15" creationId="{FEF085B8-A2C0-4A6F-B663-CCC56F3CD373}"/>
          </ac:spMkLst>
        </pc:spChg>
        <pc:spChg chg="add del">
          <ac:chgData name="Pelletier, Xavier" userId="22aaddba-8680-46ca-85c7-44db858b683d" providerId="ADAL" clId="{4ECAEDD1-DC4B-4236-9B98-EAB710DDB7D3}" dt="2026-05-24T19:12:52.724" v="725" actId="26606"/>
          <ac:spMkLst>
            <pc:docMk/>
            <pc:sldMk cId="1884478176" sldId="258"/>
            <ac:spMk id="16" creationId="{2658F6D6-96E0-421A-96D6-3DF404008543}"/>
          </ac:spMkLst>
        </pc:spChg>
        <pc:spChg chg="add">
          <ac:chgData name="Pelletier, Xavier" userId="22aaddba-8680-46ca-85c7-44db858b683d" providerId="ADAL" clId="{4ECAEDD1-DC4B-4236-9B98-EAB710DDB7D3}" dt="2026-05-24T19:12:52.734" v="726" actId="26606"/>
          <ac:spMkLst>
            <pc:docMk/>
            <pc:sldMk cId="1884478176" sldId="258"/>
            <ac:spMk id="18" creationId="{1E214AA7-F028-4A0D-8698-61AEC754D1BC}"/>
          </ac:spMkLst>
        </pc:spChg>
        <pc:cxnChg chg="add del">
          <ac:chgData name="Pelletier, Xavier" userId="22aaddba-8680-46ca-85c7-44db858b683d" providerId="ADAL" clId="{4ECAEDD1-DC4B-4236-9B98-EAB710DDB7D3}" dt="2026-05-24T19:12:49.300" v="723" actId="26606"/>
          <ac:cxnSpMkLst>
            <pc:docMk/>
            <pc:sldMk cId="1884478176" sldId="258"/>
            <ac:cxnSpMk id="12" creationId="{D6206FDC-2777-4D7F-AF9C-73413DA664C9}"/>
          </ac:cxnSpMkLst>
        </pc:cxnChg>
        <pc:cxnChg chg="add">
          <ac:chgData name="Pelletier, Xavier" userId="22aaddba-8680-46ca-85c7-44db858b683d" providerId="ADAL" clId="{4ECAEDD1-DC4B-4236-9B98-EAB710DDB7D3}" dt="2026-05-24T19:12:52.734" v="726" actId="26606"/>
          <ac:cxnSpMkLst>
            <pc:docMk/>
            <pc:sldMk cId="1884478176" sldId="258"/>
            <ac:cxnSpMk id="19" creationId="{D6206FDC-2777-4D7F-AF9C-73413DA664C9}"/>
          </ac:cxnSpMkLst>
        </pc:cxnChg>
      </pc:sldChg>
      <pc:sldChg chg="addSp delSp modSp new mod setBg">
        <pc:chgData name="Pelletier, Xavier" userId="22aaddba-8680-46ca-85c7-44db858b683d" providerId="ADAL" clId="{4ECAEDD1-DC4B-4236-9B98-EAB710DDB7D3}" dt="2026-05-24T18:42:49.392" v="244" actId="478"/>
        <pc:sldMkLst>
          <pc:docMk/>
          <pc:sldMk cId="3602906944" sldId="259"/>
        </pc:sldMkLst>
        <pc:spChg chg="mod">
          <ac:chgData name="Pelletier, Xavier" userId="22aaddba-8680-46ca-85c7-44db858b683d" providerId="ADAL" clId="{4ECAEDD1-DC4B-4236-9B98-EAB710DDB7D3}" dt="2026-05-24T18:42:35.551" v="242" actId="26606"/>
          <ac:spMkLst>
            <pc:docMk/>
            <pc:sldMk cId="3602906944" sldId="259"/>
            <ac:spMk id="2" creationId="{BB5E675E-3C5B-748C-10A8-53BF27875A56}"/>
          </ac:spMkLst>
        </pc:spChg>
        <pc:spChg chg="del">
          <ac:chgData name="Pelletier, Xavier" userId="22aaddba-8680-46ca-85c7-44db858b683d" providerId="ADAL" clId="{4ECAEDD1-DC4B-4236-9B98-EAB710DDB7D3}" dt="2026-05-24T18:42:11.579" v="240" actId="26606"/>
          <ac:spMkLst>
            <pc:docMk/>
            <pc:sldMk cId="3602906944" sldId="259"/>
            <ac:spMk id="3" creationId="{15467A48-6ECF-4C28-6A47-1F7403F975AB}"/>
          </ac:spMkLst>
        </pc:spChg>
        <pc:spChg chg="add del">
          <ac:chgData name="Pelletier, Xavier" userId="22aaddba-8680-46ca-85c7-44db858b683d" providerId="ADAL" clId="{4ECAEDD1-DC4B-4236-9B98-EAB710DDB7D3}" dt="2026-05-24T18:42:35.551" v="242" actId="26606"/>
          <ac:spMkLst>
            <pc:docMk/>
            <pc:sldMk cId="3602906944" sldId="259"/>
            <ac:spMk id="9" creationId="{A414F261-E931-45CB-8605-20FFD6826336}"/>
          </ac:spMkLst>
        </pc:spChg>
        <pc:spChg chg="add">
          <ac:chgData name="Pelletier, Xavier" userId="22aaddba-8680-46ca-85c7-44db858b683d" providerId="ADAL" clId="{4ECAEDD1-DC4B-4236-9B98-EAB710DDB7D3}" dt="2026-05-24T18:42:35.551" v="242" actId="26606"/>
          <ac:spMkLst>
            <pc:docMk/>
            <pc:sldMk cId="3602906944" sldId="259"/>
            <ac:spMk id="18" creationId="{22A397E7-BF60-45B2-84C7-B074B76C37A7}"/>
          </ac:spMkLst>
        </pc:spChg>
        <pc:spChg chg="add">
          <ac:chgData name="Pelletier, Xavier" userId="22aaddba-8680-46ca-85c7-44db858b683d" providerId="ADAL" clId="{4ECAEDD1-DC4B-4236-9B98-EAB710DDB7D3}" dt="2026-05-24T18:42:35.551" v="242" actId="26606"/>
          <ac:spMkLst>
            <pc:docMk/>
            <pc:sldMk cId="3602906944" sldId="259"/>
            <ac:spMk id="20" creationId="{890DEF05-784E-4B61-89E4-04C4ECF4E5A0}"/>
          </ac:spMkLst>
        </pc:spChg>
        <pc:picChg chg="add del mod">
          <ac:chgData name="Pelletier, Xavier" userId="22aaddba-8680-46ca-85c7-44db858b683d" providerId="ADAL" clId="{4ECAEDD1-DC4B-4236-9B98-EAB710DDB7D3}" dt="2026-05-24T18:42:49.392" v="244" actId="478"/>
          <ac:picMkLst>
            <pc:docMk/>
            <pc:sldMk cId="3602906944" sldId="259"/>
            <ac:picMk id="5" creationId="{9309B101-F5AC-6D72-6037-F5861936B9B7}"/>
          </ac:picMkLst>
        </pc:picChg>
        <pc:cxnChg chg="add del">
          <ac:chgData name="Pelletier, Xavier" userId="22aaddba-8680-46ca-85c7-44db858b683d" providerId="ADAL" clId="{4ECAEDD1-DC4B-4236-9B98-EAB710DDB7D3}" dt="2026-05-24T18:42:35.551" v="242" actId="26606"/>
          <ac:cxnSpMkLst>
            <pc:docMk/>
            <pc:sldMk cId="3602906944" sldId="259"/>
            <ac:cxnSpMk id="11" creationId="{B63CF8AD-BB19-4F90-BDE5-B3B3F56F4E4A}"/>
          </ac:cxnSpMkLst>
        </pc:cxnChg>
        <pc:cxnChg chg="add del">
          <ac:chgData name="Pelletier, Xavier" userId="22aaddba-8680-46ca-85c7-44db858b683d" providerId="ADAL" clId="{4ECAEDD1-DC4B-4236-9B98-EAB710DDB7D3}" dt="2026-05-24T18:42:35.551" v="242" actId="26606"/>
          <ac:cxnSpMkLst>
            <pc:docMk/>
            <pc:sldMk cId="3602906944" sldId="259"/>
            <ac:cxnSpMk id="13" creationId="{224E62CA-FAA3-4628-AEF3-5033C771498B}"/>
          </ac:cxnSpMkLst>
        </pc:cxnChg>
        <pc:cxnChg chg="add">
          <ac:chgData name="Pelletier, Xavier" userId="22aaddba-8680-46ca-85c7-44db858b683d" providerId="ADAL" clId="{4ECAEDD1-DC4B-4236-9B98-EAB710DDB7D3}" dt="2026-05-24T18:42:35.551" v="242" actId="26606"/>
          <ac:cxnSpMkLst>
            <pc:docMk/>
            <pc:sldMk cId="3602906944" sldId="259"/>
            <ac:cxnSpMk id="22" creationId="{C41BAEC7-F7B0-4224-8B18-8F74B7D87F0B}"/>
          </ac:cxnSpMkLst>
        </pc:cxnChg>
      </pc:sldChg>
      <pc:sldChg chg="addSp delSp modSp new del mod">
        <pc:chgData name="Pelletier, Xavier" userId="22aaddba-8680-46ca-85c7-44db858b683d" providerId="ADAL" clId="{4ECAEDD1-DC4B-4236-9B98-EAB710DDB7D3}" dt="2026-05-24T18:46:07.266" v="292" actId="2696"/>
        <pc:sldMkLst>
          <pc:docMk/>
          <pc:sldMk cId="3265419117" sldId="260"/>
        </pc:sldMkLst>
        <pc:spChg chg="mod">
          <ac:chgData name="Pelletier, Xavier" userId="22aaddba-8680-46ca-85c7-44db858b683d" providerId="ADAL" clId="{4ECAEDD1-DC4B-4236-9B98-EAB710DDB7D3}" dt="2026-05-24T18:45:45.724" v="286" actId="20577"/>
          <ac:spMkLst>
            <pc:docMk/>
            <pc:sldMk cId="3265419117" sldId="260"/>
            <ac:spMk id="2" creationId="{4F7F1BD2-237A-6BA6-E7A0-EB7104684A62}"/>
          </ac:spMkLst>
        </pc:spChg>
        <pc:spChg chg="add del">
          <ac:chgData name="Pelletier, Xavier" userId="22aaddba-8680-46ca-85c7-44db858b683d" providerId="ADAL" clId="{4ECAEDD1-DC4B-4236-9B98-EAB710DDB7D3}" dt="2026-05-24T18:45:43.969" v="284"/>
          <ac:spMkLst>
            <pc:docMk/>
            <pc:sldMk cId="3265419117" sldId="260"/>
            <ac:spMk id="3" creationId="{4865A784-D7BB-9C30-3941-12058283EE3C}"/>
          </ac:spMkLst>
        </pc:spChg>
        <pc:spChg chg="add mod">
          <ac:chgData name="Pelletier, Xavier" userId="22aaddba-8680-46ca-85c7-44db858b683d" providerId="ADAL" clId="{4ECAEDD1-DC4B-4236-9B98-EAB710DDB7D3}" dt="2026-05-24T18:45:43.969" v="284"/>
          <ac:spMkLst>
            <pc:docMk/>
            <pc:sldMk cId="3265419117" sldId="260"/>
            <ac:spMk id="4" creationId="{E789F93F-26E2-4ED1-62ED-28F72AFE13D7}"/>
          </ac:spMkLst>
        </pc:spChg>
        <pc:spChg chg="add mod">
          <ac:chgData name="Pelletier, Xavier" userId="22aaddba-8680-46ca-85c7-44db858b683d" providerId="ADAL" clId="{4ECAEDD1-DC4B-4236-9B98-EAB710DDB7D3}" dt="2026-05-24T18:45:43.584" v="283"/>
          <ac:spMkLst>
            <pc:docMk/>
            <pc:sldMk cId="3265419117" sldId="260"/>
            <ac:spMk id="5" creationId="{E4348B9E-4A1A-9861-CC4A-14CB19454EE0}"/>
          </ac:spMkLst>
        </pc:spChg>
      </pc:sldChg>
      <pc:sldChg chg="new del">
        <pc:chgData name="Pelletier, Xavier" userId="22aaddba-8680-46ca-85c7-44db858b683d" providerId="ADAL" clId="{4ECAEDD1-DC4B-4236-9B98-EAB710DDB7D3}" dt="2026-05-24T18:45:59.857" v="289" actId="47"/>
        <pc:sldMkLst>
          <pc:docMk/>
          <pc:sldMk cId="2359974286" sldId="261"/>
        </pc:sldMkLst>
      </pc:sldChg>
      <pc:sldChg chg="addSp delSp modSp add mod ord">
        <pc:chgData name="Pelletier, Xavier" userId="22aaddba-8680-46ca-85c7-44db858b683d" providerId="ADAL" clId="{4ECAEDD1-DC4B-4236-9B98-EAB710DDB7D3}" dt="2026-05-24T18:46:26.244" v="308" actId="478"/>
        <pc:sldMkLst>
          <pc:docMk/>
          <pc:sldMk cId="625844108" sldId="262"/>
        </pc:sldMkLst>
        <pc:spChg chg="add mod">
          <ac:chgData name="Pelletier, Xavier" userId="22aaddba-8680-46ca-85c7-44db858b683d" providerId="ADAL" clId="{4ECAEDD1-DC4B-4236-9B98-EAB710DDB7D3}" dt="2026-05-24T18:46:26.244" v="308" actId="478"/>
          <ac:spMkLst>
            <pc:docMk/>
            <pc:sldMk cId="625844108" sldId="262"/>
            <ac:spMk id="3" creationId="{2495A8A4-E9D0-CDA3-F981-ADF4B1DCBA8C}"/>
          </ac:spMkLst>
        </pc:spChg>
        <pc:spChg chg="mod">
          <ac:chgData name="Pelletier, Xavier" userId="22aaddba-8680-46ca-85c7-44db858b683d" providerId="ADAL" clId="{4ECAEDD1-DC4B-4236-9B98-EAB710DDB7D3}" dt="2026-05-24T18:46:20.677" v="306" actId="20577"/>
          <ac:spMkLst>
            <pc:docMk/>
            <pc:sldMk cId="625844108" sldId="262"/>
            <ac:spMk id="19" creationId="{CD8FDA20-DDE2-EB86-3D0E-C1400F1206EC}"/>
          </ac:spMkLst>
        </pc:spChg>
        <pc:picChg chg="del mod">
          <ac:chgData name="Pelletier, Xavier" userId="22aaddba-8680-46ca-85c7-44db858b683d" providerId="ADAL" clId="{4ECAEDD1-DC4B-4236-9B98-EAB710DDB7D3}" dt="2026-05-24T18:46:26.244" v="308" actId="478"/>
          <ac:picMkLst>
            <pc:docMk/>
            <pc:sldMk cId="625844108" sldId="262"/>
            <ac:picMk id="23" creationId="{85CE18EA-62FD-AD86-6AF4-49A6FD3DF7A4}"/>
          </ac:picMkLst>
        </pc:picChg>
      </pc:sldChg>
      <pc:sldChg chg="addSp delSp modSp add mod">
        <pc:chgData name="Pelletier, Xavier" userId="22aaddba-8680-46ca-85c7-44db858b683d" providerId="ADAL" clId="{4ECAEDD1-DC4B-4236-9B98-EAB710DDB7D3}" dt="2026-05-24T18:48:18.116" v="340" actId="20577"/>
        <pc:sldMkLst>
          <pc:docMk/>
          <pc:sldMk cId="1544844204" sldId="263"/>
        </pc:sldMkLst>
        <pc:spChg chg="add del mod">
          <ac:chgData name="Pelletier, Xavier" userId="22aaddba-8680-46ca-85c7-44db858b683d" providerId="ADAL" clId="{4ECAEDD1-DC4B-4236-9B98-EAB710DDB7D3}" dt="2026-05-24T18:48:08.116" v="315" actId="478"/>
          <ac:spMkLst>
            <pc:docMk/>
            <pc:sldMk cId="1544844204" sldId="263"/>
            <ac:spMk id="3" creationId="{9D68A803-B218-5513-9046-42F7EF7C90B1}"/>
          </ac:spMkLst>
        </pc:spChg>
        <pc:spChg chg="mod">
          <ac:chgData name="Pelletier, Xavier" userId="22aaddba-8680-46ca-85c7-44db858b683d" providerId="ADAL" clId="{4ECAEDD1-DC4B-4236-9B98-EAB710DDB7D3}" dt="2026-05-24T18:48:18.116" v="340" actId="20577"/>
          <ac:spMkLst>
            <pc:docMk/>
            <pc:sldMk cId="1544844204" sldId="263"/>
            <ac:spMk id="19" creationId="{CBB40A18-2788-B6CE-705F-B854EAD4D13D}"/>
          </ac:spMkLst>
        </pc:spChg>
        <pc:picChg chg="add mod ord">
          <ac:chgData name="Pelletier, Xavier" userId="22aaddba-8680-46ca-85c7-44db858b683d" providerId="ADAL" clId="{4ECAEDD1-DC4B-4236-9B98-EAB710DDB7D3}" dt="2026-05-24T18:48:01.284" v="314" actId="167"/>
          <ac:picMkLst>
            <pc:docMk/>
            <pc:sldMk cId="1544844204" sldId="263"/>
            <ac:picMk id="5" creationId="{B6AF697D-5814-28F0-B67D-52918AC89E94}"/>
          </ac:picMkLst>
        </pc:picChg>
        <pc:picChg chg="del">
          <ac:chgData name="Pelletier, Xavier" userId="22aaddba-8680-46ca-85c7-44db858b683d" providerId="ADAL" clId="{4ECAEDD1-DC4B-4236-9B98-EAB710DDB7D3}" dt="2026-05-24T18:47:51.424" v="310" actId="478"/>
          <ac:picMkLst>
            <pc:docMk/>
            <pc:sldMk cId="1544844204" sldId="263"/>
            <ac:picMk id="23" creationId="{FF99518C-4534-1FDE-0DB1-6A188AE5A372}"/>
          </ac:picMkLst>
        </pc:picChg>
      </pc:sldChg>
      <pc:sldChg chg="addSp delSp modSp add mod">
        <pc:chgData name="Pelletier, Xavier" userId="22aaddba-8680-46ca-85c7-44db858b683d" providerId="ADAL" clId="{4ECAEDD1-DC4B-4236-9B98-EAB710DDB7D3}" dt="2026-05-24T18:52:15.284" v="401" actId="167"/>
        <pc:sldMkLst>
          <pc:docMk/>
          <pc:sldMk cId="364332777" sldId="264"/>
        </pc:sldMkLst>
        <pc:spChg chg="mod">
          <ac:chgData name="Pelletier, Xavier" userId="22aaddba-8680-46ca-85c7-44db858b683d" providerId="ADAL" clId="{4ECAEDD1-DC4B-4236-9B98-EAB710DDB7D3}" dt="2026-05-24T18:51:37.815" v="395" actId="20577"/>
          <ac:spMkLst>
            <pc:docMk/>
            <pc:sldMk cId="364332777" sldId="264"/>
            <ac:spMk id="19" creationId="{4CF5552D-F1F0-7D2B-652C-1C7BDF0ABD1A}"/>
          </ac:spMkLst>
        </pc:spChg>
        <pc:picChg chg="add del mod ord">
          <ac:chgData name="Pelletier, Xavier" userId="22aaddba-8680-46ca-85c7-44db858b683d" providerId="ADAL" clId="{4ECAEDD1-DC4B-4236-9B98-EAB710DDB7D3}" dt="2026-05-24T18:51:40.083" v="397" actId="478"/>
          <ac:picMkLst>
            <pc:docMk/>
            <pc:sldMk cId="364332777" sldId="264"/>
            <ac:picMk id="3" creationId="{FCCD8CE1-8B8C-4330-8A81-AD305B95D368}"/>
          </ac:picMkLst>
        </pc:picChg>
        <pc:picChg chg="del">
          <ac:chgData name="Pelletier, Xavier" userId="22aaddba-8680-46ca-85c7-44db858b683d" providerId="ADAL" clId="{4ECAEDD1-DC4B-4236-9B98-EAB710DDB7D3}" dt="2026-05-24T18:50:17.919" v="342" actId="478"/>
          <ac:picMkLst>
            <pc:docMk/>
            <pc:sldMk cId="364332777" sldId="264"/>
            <ac:picMk id="5" creationId="{3EA5A45F-AA36-0DD2-0249-8A1A305B42E8}"/>
          </ac:picMkLst>
        </pc:picChg>
        <pc:picChg chg="add mod ord">
          <ac:chgData name="Pelletier, Xavier" userId="22aaddba-8680-46ca-85c7-44db858b683d" providerId="ADAL" clId="{4ECAEDD1-DC4B-4236-9B98-EAB710DDB7D3}" dt="2026-05-24T18:52:15.284" v="401" actId="167"/>
          <ac:picMkLst>
            <pc:docMk/>
            <pc:sldMk cId="364332777" sldId="264"/>
            <ac:picMk id="6" creationId="{0EF89EC4-871E-913E-4CF8-9976858C24D5}"/>
          </ac:picMkLst>
        </pc:picChg>
      </pc:sldChg>
      <pc:sldChg chg="addSp delSp modSp add mod">
        <pc:chgData name="Pelletier, Xavier" userId="22aaddba-8680-46ca-85c7-44db858b683d" providerId="ADAL" clId="{4ECAEDD1-DC4B-4236-9B98-EAB710DDB7D3}" dt="2026-05-24T18:54:03.948" v="432" actId="20577"/>
        <pc:sldMkLst>
          <pc:docMk/>
          <pc:sldMk cId="1000829077" sldId="265"/>
        </pc:sldMkLst>
        <pc:spChg chg="mod">
          <ac:chgData name="Pelletier, Xavier" userId="22aaddba-8680-46ca-85c7-44db858b683d" providerId="ADAL" clId="{4ECAEDD1-DC4B-4236-9B98-EAB710DDB7D3}" dt="2026-05-24T18:54:03.948" v="432" actId="20577"/>
          <ac:spMkLst>
            <pc:docMk/>
            <pc:sldMk cId="1000829077" sldId="265"/>
            <ac:spMk id="19" creationId="{716271A9-0031-B957-A08A-98732B051DC9}"/>
          </ac:spMkLst>
        </pc:spChg>
        <pc:picChg chg="add mod ord">
          <ac:chgData name="Pelletier, Xavier" userId="22aaddba-8680-46ca-85c7-44db858b683d" providerId="ADAL" clId="{4ECAEDD1-DC4B-4236-9B98-EAB710DDB7D3}" dt="2026-05-24T18:53:53.666" v="412" actId="167"/>
          <ac:picMkLst>
            <pc:docMk/>
            <pc:sldMk cId="1000829077" sldId="265"/>
            <ac:picMk id="3" creationId="{6666DD54-ECCC-7CC5-792B-A79292081383}"/>
          </ac:picMkLst>
        </pc:picChg>
        <pc:picChg chg="del">
          <ac:chgData name="Pelletier, Xavier" userId="22aaddba-8680-46ca-85c7-44db858b683d" providerId="ADAL" clId="{4ECAEDD1-DC4B-4236-9B98-EAB710DDB7D3}" dt="2026-05-24T18:53:47.039" v="408" actId="478"/>
          <ac:picMkLst>
            <pc:docMk/>
            <pc:sldMk cId="1000829077" sldId="265"/>
            <ac:picMk id="6" creationId="{F6890841-73E0-034F-BE01-94B8263470D0}"/>
          </ac:picMkLst>
        </pc:picChg>
      </pc:sldChg>
      <pc:sldChg chg="addSp delSp modSp add mod">
        <pc:chgData name="Pelletier, Xavier" userId="22aaddba-8680-46ca-85c7-44db858b683d" providerId="ADAL" clId="{4ECAEDD1-DC4B-4236-9B98-EAB710DDB7D3}" dt="2026-05-24T18:56:19.110" v="503" actId="20577"/>
        <pc:sldMkLst>
          <pc:docMk/>
          <pc:sldMk cId="3869676396" sldId="266"/>
        </pc:sldMkLst>
        <pc:spChg chg="mod">
          <ac:chgData name="Pelletier, Xavier" userId="22aaddba-8680-46ca-85c7-44db858b683d" providerId="ADAL" clId="{4ECAEDD1-DC4B-4236-9B98-EAB710DDB7D3}" dt="2026-05-24T18:56:19.110" v="503" actId="20577"/>
          <ac:spMkLst>
            <pc:docMk/>
            <pc:sldMk cId="3869676396" sldId="266"/>
            <ac:spMk id="19" creationId="{E35FE372-BFFE-AA5B-9EF8-160A824C40AE}"/>
          </ac:spMkLst>
        </pc:spChg>
        <pc:picChg chg="del">
          <ac:chgData name="Pelletier, Xavier" userId="22aaddba-8680-46ca-85c7-44db858b683d" providerId="ADAL" clId="{4ECAEDD1-DC4B-4236-9B98-EAB710DDB7D3}" dt="2026-05-24T18:54:37.363" v="434" actId="478"/>
          <ac:picMkLst>
            <pc:docMk/>
            <pc:sldMk cId="3869676396" sldId="266"/>
            <ac:picMk id="3" creationId="{624914BA-85EC-933A-EAD6-18C9FA0AB2A6}"/>
          </ac:picMkLst>
        </pc:picChg>
        <pc:picChg chg="add mod ord">
          <ac:chgData name="Pelletier, Xavier" userId="22aaddba-8680-46ca-85c7-44db858b683d" providerId="ADAL" clId="{4ECAEDD1-DC4B-4236-9B98-EAB710DDB7D3}" dt="2026-05-24T18:56:11.416" v="489" actId="167"/>
          <ac:picMkLst>
            <pc:docMk/>
            <pc:sldMk cId="3869676396" sldId="266"/>
            <ac:picMk id="4" creationId="{0F2E8944-D027-37E1-DED9-C1D419EA3424}"/>
          </ac:picMkLst>
        </pc:picChg>
      </pc:sldChg>
      <pc:sldChg chg="addSp modSp add mod">
        <pc:chgData name="Pelletier, Xavier" userId="22aaddba-8680-46ca-85c7-44db858b683d" providerId="ADAL" clId="{4ECAEDD1-DC4B-4236-9B98-EAB710DDB7D3}" dt="2026-05-24T19:02:19.389" v="571" actId="20577"/>
        <pc:sldMkLst>
          <pc:docMk/>
          <pc:sldMk cId="900102101" sldId="267"/>
        </pc:sldMkLst>
        <pc:spChg chg="mod">
          <ac:chgData name="Pelletier, Xavier" userId="22aaddba-8680-46ca-85c7-44db858b683d" providerId="ADAL" clId="{4ECAEDD1-DC4B-4236-9B98-EAB710DDB7D3}" dt="2026-05-24T19:02:19.389" v="571" actId="20577"/>
          <ac:spMkLst>
            <pc:docMk/>
            <pc:sldMk cId="900102101" sldId="267"/>
            <ac:spMk id="19" creationId="{735031B1-6387-B113-B87A-2032C433B64A}"/>
          </ac:spMkLst>
        </pc:spChg>
        <pc:picChg chg="add mod ord">
          <ac:chgData name="Pelletier, Xavier" userId="22aaddba-8680-46ca-85c7-44db858b683d" providerId="ADAL" clId="{4ECAEDD1-DC4B-4236-9B98-EAB710DDB7D3}" dt="2026-05-24T19:00:28.607" v="514" actId="1076"/>
          <ac:picMkLst>
            <pc:docMk/>
            <pc:sldMk cId="900102101" sldId="267"/>
            <ac:picMk id="3" creationId="{EFACC118-E921-F64F-9DF5-D3F6E067DF7A}"/>
          </ac:picMkLst>
        </pc:picChg>
      </pc:sldChg>
      <pc:sldChg chg="addSp modSp add mod ord">
        <pc:chgData name="Pelletier, Xavier" userId="22aaddba-8680-46ca-85c7-44db858b683d" providerId="ADAL" clId="{4ECAEDD1-DC4B-4236-9B98-EAB710DDB7D3}" dt="2026-05-24T18:55:37.974" v="485"/>
        <pc:sldMkLst>
          <pc:docMk/>
          <pc:sldMk cId="155939857" sldId="268"/>
        </pc:sldMkLst>
        <pc:spChg chg="mod">
          <ac:chgData name="Pelletier, Xavier" userId="22aaddba-8680-46ca-85c7-44db858b683d" providerId="ADAL" clId="{4ECAEDD1-DC4B-4236-9B98-EAB710DDB7D3}" dt="2026-05-24T18:55:29.966" v="483" actId="20577"/>
          <ac:spMkLst>
            <pc:docMk/>
            <pc:sldMk cId="155939857" sldId="268"/>
            <ac:spMk id="19" creationId="{01A171AB-5393-5406-102F-FF455DE6D99E}"/>
          </ac:spMkLst>
        </pc:spChg>
        <pc:picChg chg="add mod ord">
          <ac:chgData name="Pelletier, Xavier" userId="22aaddba-8680-46ca-85c7-44db858b683d" providerId="ADAL" clId="{4ECAEDD1-DC4B-4236-9B98-EAB710DDB7D3}" dt="2026-05-24T18:55:15.797" v="440" actId="167"/>
          <ac:picMkLst>
            <pc:docMk/>
            <pc:sldMk cId="155939857" sldId="268"/>
            <ac:picMk id="3" creationId="{84FCC4E5-F183-DEA9-B06A-FB836B3E5374}"/>
          </ac:picMkLst>
        </pc:picChg>
      </pc:sldChg>
      <pc:sldChg chg="new del">
        <pc:chgData name="Pelletier, Xavier" userId="22aaddba-8680-46ca-85c7-44db858b683d" providerId="ADAL" clId="{4ECAEDD1-DC4B-4236-9B98-EAB710DDB7D3}" dt="2026-05-24T18:56:49.916" v="506" actId="47"/>
        <pc:sldMkLst>
          <pc:docMk/>
          <pc:sldMk cId="2840075531" sldId="269"/>
        </pc:sldMkLst>
      </pc:sldChg>
      <pc:sldChg chg="add">
        <pc:chgData name="Pelletier, Xavier" userId="22aaddba-8680-46ca-85c7-44db858b683d" providerId="ADAL" clId="{4ECAEDD1-DC4B-4236-9B98-EAB710DDB7D3}" dt="2026-05-24T18:56:47.678" v="505" actId="2890"/>
        <pc:sldMkLst>
          <pc:docMk/>
          <pc:sldMk cId="148604876" sldId="270"/>
        </pc:sldMkLst>
      </pc:sldChg>
      <pc:sldChg chg="addSp modSp add mod">
        <pc:chgData name="Pelletier, Xavier" userId="22aaddba-8680-46ca-85c7-44db858b683d" providerId="ADAL" clId="{4ECAEDD1-DC4B-4236-9B98-EAB710DDB7D3}" dt="2026-05-24T19:07:26.918" v="701" actId="167"/>
        <pc:sldMkLst>
          <pc:docMk/>
          <pc:sldMk cId="1576253164" sldId="271"/>
        </pc:sldMkLst>
        <pc:spChg chg="mod">
          <ac:chgData name="Pelletier, Xavier" userId="22aaddba-8680-46ca-85c7-44db858b683d" providerId="ADAL" clId="{4ECAEDD1-DC4B-4236-9B98-EAB710DDB7D3}" dt="2026-05-24T19:06:58.713" v="697" actId="20577"/>
          <ac:spMkLst>
            <pc:docMk/>
            <pc:sldMk cId="1576253164" sldId="271"/>
            <ac:spMk id="19" creationId="{39099C61-35CC-8004-2D18-ADA2F5C7273B}"/>
          </ac:spMkLst>
        </pc:spChg>
        <pc:picChg chg="add mod ord">
          <ac:chgData name="Pelletier, Xavier" userId="22aaddba-8680-46ca-85c7-44db858b683d" providerId="ADAL" clId="{4ECAEDD1-DC4B-4236-9B98-EAB710DDB7D3}" dt="2026-05-24T19:07:26.918" v="701" actId="167"/>
          <ac:picMkLst>
            <pc:docMk/>
            <pc:sldMk cId="1576253164" sldId="271"/>
            <ac:picMk id="3" creationId="{AC8C0533-F1CF-1E29-DC31-F06A1A438572}"/>
          </ac:picMkLst>
        </pc:picChg>
      </pc:sldChg>
      <pc:sldChg chg="modSp add mod">
        <pc:chgData name="Pelletier, Xavier" userId="22aaddba-8680-46ca-85c7-44db858b683d" providerId="ADAL" clId="{4ECAEDD1-DC4B-4236-9B98-EAB710DDB7D3}" dt="2026-05-24T19:06:21.764" v="664" actId="20577"/>
        <pc:sldMkLst>
          <pc:docMk/>
          <pc:sldMk cId="3212635433" sldId="272"/>
        </pc:sldMkLst>
        <pc:spChg chg="mod">
          <ac:chgData name="Pelletier, Xavier" userId="22aaddba-8680-46ca-85c7-44db858b683d" providerId="ADAL" clId="{4ECAEDD1-DC4B-4236-9B98-EAB710DDB7D3}" dt="2026-05-24T19:06:21.764" v="664" actId="20577"/>
          <ac:spMkLst>
            <pc:docMk/>
            <pc:sldMk cId="3212635433" sldId="272"/>
            <ac:spMk id="19" creationId="{D7069C5A-A06E-D351-D392-AE058C6DA526}"/>
          </ac:spMkLst>
        </pc:spChg>
      </pc:sldChg>
      <pc:sldChg chg="modSp add mod">
        <pc:chgData name="Pelletier, Xavier" userId="22aaddba-8680-46ca-85c7-44db858b683d" providerId="ADAL" clId="{4ECAEDD1-DC4B-4236-9B98-EAB710DDB7D3}" dt="2026-05-24T19:03:44.454" v="644" actId="20577"/>
        <pc:sldMkLst>
          <pc:docMk/>
          <pc:sldMk cId="327771473" sldId="273"/>
        </pc:sldMkLst>
        <pc:spChg chg="mod">
          <ac:chgData name="Pelletier, Xavier" userId="22aaddba-8680-46ca-85c7-44db858b683d" providerId="ADAL" clId="{4ECAEDD1-DC4B-4236-9B98-EAB710DDB7D3}" dt="2026-05-24T19:03:44.454" v="644" actId="20577"/>
          <ac:spMkLst>
            <pc:docMk/>
            <pc:sldMk cId="327771473" sldId="273"/>
            <ac:spMk id="19" creationId="{E77FD116-12FF-FBA2-DE68-44E2B24EC309}"/>
          </ac:spMkLst>
        </pc:spChg>
      </pc:sldChg>
      <pc:sldChg chg="modSp add mod">
        <pc:chgData name="Pelletier, Xavier" userId="22aaddba-8680-46ca-85c7-44db858b683d" providerId="ADAL" clId="{4ECAEDD1-DC4B-4236-9B98-EAB710DDB7D3}" dt="2026-05-24T19:03:28.151" v="622" actId="14100"/>
        <pc:sldMkLst>
          <pc:docMk/>
          <pc:sldMk cId="1716296861" sldId="274"/>
        </pc:sldMkLst>
        <pc:spChg chg="mod">
          <ac:chgData name="Pelletier, Xavier" userId="22aaddba-8680-46ca-85c7-44db858b683d" providerId="ADAL" clId="{4ECAEDD1-DC4B-4236-9B98-EAB710DDB7D3}" dt="2026-05-24T19:03:28.151" v="622" actId="14100"/>
          <ac:spMkLst>
            <pc:docMk/>
            <pc:sldMk cId="1716296861" sldId="274"/>
            <ac:spMk id="19" creationId="{64AD35F0-9CF7-EEFF-4A1A-92228A44519B}"/>
          </ac:spMkLst>
        </pc:spChg>
      </pc:sldChg>
      <pc:sldChg chg="addSp delSp modSp new del mod">
        <pc:chgData name="Pelletier, Xavier" userId="22aaddba-8680-46ca-85c7-44db858b683d" providerId="ADAL" clId="{4ECAEDD1-DC4B-4236-9B98-EAB710DDB7D3}" dt="2026-05-24T19:19:55.269" v="785" actId="47"/>
        <pc:sldMkLst>
          <pc:docMk/>
          <pc:sldMk cId="500616873" sldId="275"/>
        </pc:sldMkLst>
        <pc:spChg chg="mod">
          <ac:chgData name="Pelletier, Xavier" userId="22aaddba-8680-46ca-85c7-44db858b683d" providerId="ADAL" clId="{4ECAEDD1-DC4B-4236-9B98-EAB710DDB7D3}" dt="2026-05-24T19:14:52.511" v="759" actId="20577"/>
          <ac:spMkLst>
            <pc:docMk/>
            <pc:sldMk cId="500616873" sldId="275"/>
            <ac:spMk id="2" creationId="{D72F5BF3-3BD6-1DA4-6A8D-2A51D4DAB780}"/>
          </ac:spMkLst>
        </pc:spChg>
        <pc:spChg chg="del">
          <ac:chgData name="Pelletier, Xavier" userId="22aaddba-8680-46ca-85c7-44db858b683d" providerId="ADAL" clId="{4ECAEDD1-DC4B-4236-9B98-EAB710DDB7D3}" dt="2026-05-24T19:14:42.310" v="747"/>
          <ac:spMkLst>
            <pc:docMk/>
            <pc:sldMk cId="500616873" sldId="275"/>
            <ac:spMk id="3" creationId="{CDDDC471-3FD7-AF27-82AE-1C2A70CCD8CD}"/>
          </ac:spMkLst>
        </pc:spChg>
        <pc:spChg chg="add del mod">
          <ac:chgData name="Pelletier, Xavier" userId="22aaddba-8680-46ca-85c7-44db858b683d" providerId="ADAL" clId="{4ECAEDD1-DC4B-4236-9B98-EAB710DDB7D3}" dt="2026-05-24T19:18:19.227" v="772" actId="21"/>
          <ac:spMkLst>
            <pc:docMk/>
            <pc:sldMk cId="500616873" sldId="275"/>
            <ac:spMk id="4" creationId="{F835A714-53A2-421F-0FE0-065F173CE48E}"/>
          </ac:spMkLst>
        </pc:spChg>
        <pc:spChg chg="add mod">
          <ac:chgData name="Pelletier, Xavier" userId="22aaddba-8680-46ca-85c7-44db858b683d" providerId="ADAL" clId="{4ECAEDD1-DC4B-4236-9B98-EAB710DDB7D3}" dt="2026-05-24T19:18:19.227" v="772" actId="21"/>
          <ac:spMkLst>
            <pc:docMk/>
            <pc:sldMk cId="500616873" sldId="275"/>
            <ac:spMk id="5" creationId="{5EF353C9-D149-62DE-D903-E5DA2A8F6232}"/>
          </ac:spMkLst>
        </pc:spChg>
      </pc:sldChg>
      <pc:sldChg chg="addSp modSp add mod setBg">
        <pc:chgData name="Pelletier, Xavier" userId="22aaddba-8680-46ca-85c7-44db858b683d" providerId="ADAL" clId="{4ECAEDD1-DC4B-4236-9B98-EAB710DDB7D3}" dt="2026-05-24T19:20:08.228" v="786" actId="26606"/>
        <pc:sldMkLst>
          <pc:docMk/>
          <pc:sldMk cId="0" sldId="276"/>
        </pc:sldMkLst>
        <pc:spChg chg="mod">
          <ac:chgData name="Pelletier, Xavier" userId="22aaddba-8680-46ca-85c7-44db858b683d" providerId="ADAL" clId="{4ECAEDD1-DC4B-4236-9B98-EAB710DDB7D3}" dt="2026-05-24T19:20:08.228" v="786" actId="26606"/>
          <ac:spMkLst>
            <pc:docMk/>
            <pc:sldMk cId="0" sldId="276"/>
            <ac:spMk id="2" creationId="{00000000-0000-0000-0000-000000000000}"/>
          </ac:spMkLst>
        </pc:spChg>
        <pc:spChg chg="mod">
          <ac:chgData name="Pelletier, Xavier" userId="22aaddba-8680-46ca-85c7-44db858b683d" providerId="ADAL" clId="{4ECAEDD1-DC4B-4236-9B98-EAB710DDB7D3}" dt="2026-05-24T19:20:08.228" v="786" actId="26606"/>
          <ac:spMkLst>
            <pc:docMk/>
            <pc:sldMk cId="0" sldId="276"/>
            <ac:spMk id="3" creationId="{00000000-0000-0000-0000-000000000000}"/>
          </ac:spMkLst>
        </pc:spChg>
        <pc:spChg chg="add">
          <ac:chgData name="Pelletier, Xavier" userId="22aaddba-8680-46ca-85c7-44db858b683d" providerId="ADAL" clId="{4ECAEDD1-DC4B-4236-9B98-EAB710DDB7D3}" dt="2026-05-24T19:20:08.228" v="786" actId="26606"/>
          <ac:spMkLst>
            <pc:docMk/>
            <pc:sldMk cId="0" sldId="276"/>
            <ac:spMk id="10" creationId="{245A9F99-D9B1-4094-A2E2-B90AC1DB7B9C}"/>
          </ac:spMkLst>
        </pc:spChg>
        <pc:spChg chg="add">
          <ac:chgData name="Pelletier, Xavier" userId="22aaddba-8680-46ca-85c7-44db858b683d" providerId="ADAL" clId="{4ECAEDD1-DC4B-4236-9B98-EAB710DDB7D3}" dt="2026-05-24T19:20:08.228" v="786" actId="26606"/>
          <ac:spMkLst>
            <pc:docMk/>
            <pc:sldMk cId="0" sldId="276"/>
            <ac:spMk id="12" creationId="{B7FAF607-473A-4A43-A23D-BBFF5C4117BB}"/>
          </ac:spMkLst>
        </pc:spChg>
        <pc:grpChg chg="add">
          <ac:chgData name="Pelletier, Xavier" userId="22aaddba-8680-46ca-85c7-44db858b683d" providerId="ADAL" clId="{4ECAEDD1-DC4B-4236-9B98-EAB710DDB7D3}" dt="2026-05-24T19:20:08.228" v="786" actId="26606"/>
          <ac:grpSpMkLst>
            <pc:docMk/>
            <pc:sldMk cId="0" sldId="276"/>
            <ac:grpSpMk id="14" creationId="{C5F6476F-D303-44D3-B30F-1BA348F0F64A}"/>
          </ac:grpSpMkLst>
        </pc:grpChg>
        <pc:picChg chg="add">
          <ac:chgData name="Pelletier, Xavier" userId="22aaddba-8680-46ca-85c7-44db858b683d" providerId="ADAL" clId="{4ECAEDD1-DC4B-4236-9B98-EAB710DDB7D3}" dt="2026-05-24T19:20:08.228" v="786" actId="26606"/>
          <ac:picMkLst>
            <pc:docMk/>
            <pc:sldMk cId="0" sldId="276"/>
            <ac:picMk id="7" creationId="{AB4DCA0D-2196-B918-EB61-E7D876D30DEE}"/>
          </ac:picMkLst>
        </pc:picChg>
      </pc:sldChg>
      <pc:sldChg chg="addSp modSp add mod setBg">
        <pc:chgData name="Pelletier, Xavier" userId="22aaddba-8680-46ca-85c7-44db858b683d" providerId="ADAL" clId="{4ECAEDD1-DC4B-4236-9B98-EAB710DDB7D3}" dt="2026-05-24T19:20:30.968" v="787" actId="26606"/>
        <pc:sldMkLst>
          <pc:docMk/>
          <pc:sldMk cId="0" sldId="277"/>
        </pc:sldMkLst>
        <pc:spChg chg="mod">
          <ac:chgData name="Pelletier, Xavier" userId="22aaddba-8680-46ca-85c7-44db858b683d" providerId="ADAL" clId="{4ECAEDD1-DC4B-4236-9B98-EAB710DDB7D3}" dt="2026-05-24T19:20:30.968" v="787" actId="26606"/>
          <ac:spMkLst>
            <pc:docMk/>
            <pc:sldMk cId="0" sldId="277"/>
            <ac:spMk id="2" creationId="{00000000-0000-0000-0000-000000000000}"/>
          </ac:spMkLst>
        </pc:spChg>
        <pc:spChg chg="mod">
          <ac:chgData name="Pelletier, Xavier" userId="22aaddba-8680-46ca-85c7-44db858b683d" providerId="ADAL" clId="{4ECAEDD1-DC4B-4236-9B98-EAB710DDB7D3}" dt="2026-05-24T19:20:30.968" v="787" actId="26606"/>
          <ac:spMkLst>
            <pc:docMk/>
            <pc:sldMk cId="0" sldId="277"/>
            <ac:spMk id="3" creationId="{00000000-0000-0000-0000-000000000000}"/>
          </ac:spMkLst>
        </pc:spChg>
        <pc:spChg chg="add">
          <ac:chgData name="Pelletier, Xavier" userId="22aaddba-8680-46ca-85c7-44db858b683d" providerId="ADAL" clId="{4ECAEDD1-DC4B-4236-9B98-EAB710DDB7D3}" dt="2026-05-24T19:20:30.968" v="787" actId="26606"/>
          <ac:spMkLst>
            <pc:docMk/>
            <pc:sldMk cId="0" sldId="277"/>
            <ac:spMk id="8" creationId="{18873D23-2DCF-4B31-A009-95721C06E8E1}"/>
          </ac:spMkLst>
        </pc:spChg>
        <pc:spChg chg="add">
          <ac:chgData name="Pelletier, Xavier" userId="22aaddba-8680-46ca-85c7-44db858b683d" providerId="ADAL" clId="{4ECAEDD1-DC4B-4236-9B98-EAB710DDB7D3}" dt="2026-05-24T19:20:30.968" v="787" actId="26606"/>
          <ac:spMkLst>
            <pc:docMk/>
            <pc:sldMk cId="0" sldId="277"/>
            <ac:spMk id="10" creationId="{C13EF075-D4EF-4929-ADBC-91B27DA19955}"/>
          </ac:spMkLst>
        </pc:spChg>
        <pc:grpChg chg="add">
          <ac:chgData name="Pelletier, Xavier" userId="22aaddba-8680-46ca-85c7-44db858b683d" providerId="ADAL" clId="{4ECAEDD1-DC4B-4236-9B98-EAB710DDB7D3}" dt="2026-05-24T19:20:30.968" v="787" actId="26606"/>
          <ac:grpSpMkLst>
            <pc:docMk/>
            <pc:sldMk cId="0" sldId="277"/>
            <ac:grpSpMk id="12" creationId="{DAA26DFA-AAB2-4973-9C17-16D587C7B198}"/>
          </ac:grpSpMkLst>
        </pc:grpChg>
      </pc:sldChg>
      <pc:sldChg chg="addSp delSp modSp add mod setBg">
        <pc:chgData name="Pelletier, Xavier" userId="22aaddba-8680-46ca-85c7-44db858b683d" providerId="ADAL" clId="{4ECAEDD1-DC4B-4236-9B98-EAB710DDB7D3}" dt="2026-05-24T19:21:10.649" v="798" actId="26606"/>
        <pc:sldMkLst>
          <pc:docMk/>
          <pc:sldMk cId="0" sldId="278"/>
        </pc:sldMkLst>
        <pc:spChg chg="mod">
          <ac:chgData name="Pelletier, Xavier" userId="22aaddba-8680-46ca-85c7-44db858b683d" providerId="ADAL" clId="{4ECAEDD1-DC4B-4236-9B98-EAB710DDB7D3}" dt="2026-05-24T19:21:07.213" v="795" actId="26606"/>
          <ac:spMkLst>
            <pc:docMk/>
            <pc:sldMk cId="0" sldId="278"/>
            <ac:spMk id="2" creationId="{00000000-0000-0000-0000-000000000000}"/>
          </ac:spMkLst>
        </pc:spChg>
        <pc:spChg chg="add del mod">
          <ac:chgData name="Pelletier, Xavier" userId="22aaddba-8680-46ca-85c7-44db858b683d" providerId="ADAL" clId="{4ECAEDD1-DC4B-4236-9B98-EAB710DDB7D3}" dt="2026-05-24T19:21:10.649" v="798" actId="26606"/>
          <ac:spMkLst>
            <pc:docMk/>
            <pc:sldMk cId="0" sldId="278"/>
            <ac:spMk id="3" creationId="{00000000-0000-0000-0000-000000000000}"/>
          </ac:spMkLst>
        </pc:spChg>
        <pc:spChg chg="add del">
          <ac:chgData name="Pelletier, Xavier" userId="22aaddba-8680-46ca-85c7-44db858b683d" providerId="ADAL" clId="{4ECAEDD1-DC4B-4236-9B98-EAB710DDB7D3}" dt="2026-05-24T19:20:55.375" v="789" actId="26606"/>
          <ac:spMkLst>
            <pc:docMk/>
            <pc:sldMk cId="0" sldId="278"/>
            <ac:spMk id="8" creationId="{18873D23-2DCF-4B31-A009-95721C06E8E1}"/>
          </ac:spMkLst>
        </pc:spChg>
        <pc:spChg chg="add del">
          <ac:chgData name="Pelletier, Xavier" userId="22aaddba-8680-46ca-85c7-44db858b683d" providerId="ADAL" clId="{4ECAEDD1-DC4B-4236-9B98-EAB710DDB7D3}" dt="2026-05-24T19:21:07.213" v="795" actId="26606"/>
          <ac:spMkLst>
            <pc:docMk/>
            <pc:sldMk cId="0" sldId="278"/>
            <ac:spMk id="9" creationId="{C0763A76-9F1C-4FC5-82B7-DD475DA461B2}"/>
          </ac:spMkLst>
        </pc:spChg>
        <pc:spChg chg="add del">
          <ac:chgData name="Pelletier, Xavier" userId="22aaddba-8680-46ca-85c7-44db858b683d" providerId="ADAL" clId="{4ECAEDD1-DC4B-4236-9B98-EAB710DDB7D3}" dt="2026-05-24T19:20:55.375" v="789" actId="26606"/>
          <ac:spMkLst>
            <pc:docMk/>
            <pc:sldMk cId="0" sldId="278"/>
            <ac:spMk id="10" creationId="{C13EF075-D4EF-4929-ADBC-91B27DA19955}"/>
          </ac:spMkLst>
        </pc:spChg>
        <pc:spChg chg="add del">
          <ac:chgData name="Pelletier, Xavier" userId="22aaddba-8680-46ca-85c7-44db858b683d" providerId="ADAL" clId="{4ECAEDD1-DC4B-4236-9B98-EAB710DDB7D3}" dt="2026-05-24T19:21:07.213" v="795" actId="26606"/>
          <ac:spMkLst>
            <pc:docMk/>
            <pc:sldMk cId="0" sldId="278"/>
            <ac:spMk id="11" creationId="{E81BF4F6-F2CF-4984-9D14-D6966D92F99F}"/>
          </ac:spMkLst>
        </pc:spChg>
        <pc:spChg chg="add del">
          <ac:chgData name="Pelletier, Xavier" userId="22aaddba-8680-46ca-85c7-44db858b683d" providerId="ADAL" clId="{4ECAEDD1-DC4B-4236-9B98-EAB710DDB7D3}" dt="2026-05-24T19:20:56.169" v="791" actId="26606"/>
          <ac:spMkLst>
            <pc:docMk/>
            <pc:sldMk cId="0" sldId="278"/>
            <ac:spMk id="18" creationId="{87BF42CA-AD55-48B4-8949-C4DCA60A6AEE}"/>
          </ac:spMkLst>
        </pc:spChg>
        <pc:spChg chg="add del">
          <ac:chgData name="Pelletier, Xavier" userId="22aaddba-8680-46ca-85c7-44db858b683d" providerId="ADAL" clId="{4ECAEDD1-DC4B-4236-9B98-EAB710DDB7D3}" dt="2026-05-24T19:20:56.169" v="791" actId="26606"/>
          <ac:spMkLst>
            <pc:docMk/>
            <pc:sldMk cId="0" sldId="278"/>
            <ac:spMk id="19" creationId="{66AE1D3D-3106-4CB2-AA7C-0C1642AC0F2E}"/>
          </ac:spMkLst>
        </pc:spChg>
        <pc:spChg chg="add del">
          <ac:chgData name="Pelletier, Xavier" userId="22aaddba-8680-46ca-85c7-44db858b683d" providerId="ADAL" clId="{4ECAEDD1-DC4B-4236-9B98-EAB710DDB7D3}" dt="2026-05-24T19:21:01.417" v="793" actId="26606"/>
          <ac:spMkLst>
            <pc:docMk/>
            <pc:sldMk cId="0" sldId="278"/>
            <ac:spMk id="26" creationId="{18873D23-2DCF-4B31-A009-95721C06E8E1}"/>
          </ac:spMkLst>
        </pc:spChg>
        <pc:spChg chg="add del">
          <ac:chgData name="Pelletier, Xavier" userId="22aaddba-8680-46ca-85c7-44db858b683d" providerId="ADAL" clId="{4ECAEDD1-DC4B-4236-9B98-EAB710DDB7D3}" dt="2026-05-24T19:21:01.417" v="793" actId="26606"/>
          <ac:spMkLst>
            <pc:docMk/>
            <pc:sldMk cId="0" sldId="278"/>
            <ac:spMk id="27" creationId="{C13EF075-D4EF-4929-ADBC-91B27DA19955}"/>
          </ac:spMkLst>
        </pc:spChg>
        <pc:grpChg chg="add del">
          <ac:chgData name="Pelletier, Xavier" userId="22aaddba-8680-46ca-85c7-44db858b683d" providerId="ADAL" clId="{4ECAEDD1-DC4B-4236-9B98-EAB710DDB7D3}" dt="2026-05-24T19:20:55.375" v="789" actId="26606"/>
          <ac:grpSpMkLst>
            <pc:docMk/>
            <pc:sldMk cId="0" sldId="278"/>
            <ac:grpSpMk id="12" creationId="{DAA26DFA-AAB2-4973-9C17-16D587C7B198}"/>
          </ac:grpSpMkLst>
        </pc:grpChg>
        <pc:grpChg chg="add del">
          <ac:chgData name="Pelletier, Xavier" userId="22aaddba-8680-46ca-85c7-44db858b683d" providerId="ADAL" clId="{4ECAEDD1-DC4B-4236-9B98-EAB710DDB7D3}" dt="2026-05-24T19:20:56.169" v="791" actId="26606"/>
          <ac:grpSpMkLst>
            <pc:docMk/>
            <pc:sldMk cId="0" sldId="278"/>
            <ac:grpSpMk id="20" creationId="{0A31B6AF-B711-4CDB-8C2B-16E963DDC4C5}"/>
          </ac:grpSpMkLst>
        </pc:grpChg>
        <pc:grpChg chg="add del">
          <ac:chgData name="Pelletier, Xavier" userId="22aaddba-8680-46ca-85c7-44db858b683d" providerId="ADAL" clId="{4ECAEDD1-DC4B-4236-9B98-EAB710DDB7D3}" dt="2026-05-24T19:21:01.417" v="793" actId="26606"/>
          <ac:grpSpMkLst>
            <pc:docMk/>
            <pc:sldMk cId="0" sldId="278"/>
            <ac:grpSpMk id="28" creationId="{DAA26DFA-AAB2-4973-9C17-16D587C7B198}"/>
          </ac:grpSpMkLst>
        </pc:grpChg>
        <pc:graphicFrameChg chg="add del">
          <ac:chgData name="Pelletier, Xavier" userId="22aaddba-8680-46ca-85c7-44db858b683d" providerId="ADAL" clId="{4ECAEDD1-DC4B-4236-9B98-EAB710DDB7D3}" dt="2026-05-24T19:21:10.615" v="797" actId="26606"/>
          <ac:graphicFrameMkLst>
            <pc:docMk/>
            <pc:sldMk cId="0" sldId="278"/>
            <ac:graphicFrameMk id="13" creationId="{05E728B1-4D01-6441-0519-8E544880AC43}"/>
          </ac:graphicFrameMkLst>
        </pc:graphicFrameChg>
        <pc:graphicFrameChg chg="add">
          <ac:chgData name="Pelletier, Xavier" userId="22aaddba-8680-46ca-85c7-44db858b683d" providerId="ADAL" clId="{4ECAEDD1-DC4B-4236-9B98-EAB710DDB7D3}" dt="2026-05-24T19:21:10.649" v="798" actId="26606"/>
          <ac:graphicFrameMkLst>
            <pc:docMk/>
            <pc:sldMk cId="0" sldId="278"/>
            <ac:graphicFrameMk id="15" creationId="{8F36BC0A-3781-4CB1-BD50-6360FE4F8394}"/>
          </ac:graphicFrameMkLst>
        </pc:graphicFrameChg>
        <pc:picChg chg="add del">
          <ac:chgData name="Pelletier, Xavier" userId="22aaddba-8680-46ca-85c7-44db858b683d" providerId="ADAL" clId="{4ECAEDD1-DC4B-4236-9B98-EAB710DDB7D3}" dt="2026-05-24T19:21:07.213" v="795" actId="26606"/>
          <ac:picMkLst>
            <pc:docMk/>
            <pc:sldMk cId="0" sldId="278"/>
            <ac:picMk id="5" creationId="{D45617BB-077B-2C6E-C052-59C7820E98CB}"/>
          </ac:picMkLst>
        </pc:picChg>
      </pc:sldChg>
      <pc:sldChg chg="addSp modSp add mod setBg">
        <pc:chgData name="Pelletier, Xavier" userId="22aaddba-8680-46ca-85c7-44db858b683d" providerId="ADAL" clId="{4ECAEDD1-DC4B-4236-9B98-EAB710DDB7D3}" dt="2026-05-24T19:21:39.717" v="799" actId="26606"/>
        <pc:sldMkLst>
          <pc:docMk/>
          <pc:sldMk cId="0" sldId="279"/>
        </pc:sldMkLst>
        <pc:spChg chg="mod">
          <ac:chgData name="Pelletier, Xavier" userId="22aaddba-8680-46ca-85c7-44db858b683d" providerId="ADAL" clId="{4ECAEDD1-DC4B-4236-9B98-EAB710DDB7D3}" dt="2026-05-24T19:21:39.717" v="799" actId="26606"/>
          <ac:spMkLst>
            <pc:docMk/>
            <pc:sldMk cId="0" sldId="279"/>
            <ac:spMk id="2" creationId="{00000000-0000-0000-0000-000000000000}"/>
          </ac:spMkLst>
        </pc:spChg>
        <pc:spChg chg="mod">
          <ac:chgData name="Pelletier, Xavier" userId="22aaddba-8680-46ca-85c7-44db858b683d" providerId="ADAL" clId="{4ECAEDD1-DC4B-4236-9B98-EAB710DDB7D3}" dt="2026-05-24T19:21:39.717" v="799" actId="26606"/>
          <ac:spMkLst>
            <pc:docMk/>
            <pc:sldMk cId="0" sldId="279"/>
            <ac:spMk id="3" creationId="{00000000-0000-0000-0000-000000000000}"/>
          </ac:spMkLst>
        </pc:spChg>
        <pc:spChg chg="add">
          <ac:chgData name="Pelletier, Xavier" userId="22aaddba-8680-46ca-85c7-44db858b683d" providerId="ADAL" clId="{4ECAEDD1-DC4B-4236-9B98-EAB710DDB7D3}" dt="2026-05-24T19:21:39.717" v="799" actId="26606"/>
          <ac:spMkLst>
            <pc:docMk/>
            <pc:sldMk cId="0" sldId="279"/>
            <ac:spMk id="8" creationId="{18873D23-2DCF-4B31-A009-95721C06E8E1}"/>
          </ac:spMkLst>
        </pc:spChg>
        <pc:spChg chg="add">
          <ac:chgData name="Pelletier, Xavier" userId="22aaddba-8680-46ca-85c7-44db858b683d" providerId="ADAL" clId="{4ECAEDD1-DC4B-4236-9B98-EAB710DDB7D3}" dt="2026-05-24T19:21:39.717" v="799" actId="26606"/>
          <ac:spMkLst>
            <pc:docMk/>
            <pc:sldMk cId="0" sldId="279"/>
            <ac:spMk id="10" creationId="{C13EF075-D4EF-4929-ADBC-91B27DA19955}"/>
          </ac:spMkLst>
        </pc:spChg>
        <pc:grpChg chg="add">
          <ac:chgData name="Pelletier, Xavier" userId="22aaddba-8680-46ca-85c7-44db858b683d" providerId="ADAL" clId="{4ECAEDD1-DC4B-4236-9B98-EAB710DDB7D3}" dt="2026-05-24T19:21:39.717" v="799" actId="26606"/>
          <ac:grpSpMkLst>
            <pc:docMk/>
            <pc:sldMk cId="0" sldId="279"/>
            <ac:grpSpMk id="12" creationId="{DAA26DFA-AAB2-4973-9C17-16D587C7B198}"/>
          </ac:grpSpMkLst>
        </pc:grpChg>
      </pc:sldChg>
      <pc:sldChg chg="addSp delSp modSp add mod setBg">
        <pc:chgData name="Pelletier, Xavier" userId="22aaddba-8680-46ca-85c7-44db858b683d" providerId="ADAL" clId="{4ECAEDD1-DC4B-4236-9B98-EAB710DDB7D3}" dt="2026-05-24T19:21:58.516" v="802" actId="26606"/>
        <pc:sldMkLst>
          <pc:docMk/>
          <pc:sldMk cId="0" sldId="280"/>
        </pc:sldMkLst>
        <pc:spChg chg="mod">
          <ac:chgData name="Pelletier, Xavier" userId="22aaddba-8680-46ca-85c7-44db858b683d" providerId="ADAL" clId="{4ECAEDD1-DC4B-4236-9B98-EAB710DDB7D3}" dt="2026-05-24T19:21:58.516" v="802" actId="26606"/>
          <ac:spMkLst>
            <pc:docMk/>
            <pc:sldMk cId="0" sldId="280"/>
            <ac:spMk id="2" creationId="{00000000-0000-0000-0000-000000000000}"/>
          </ac:spMkLst>
        </pc:spChg>
        <pc:spChg chg="mod">
          <ac:chgData name="Pelletier, Xavier" userId="22aaddba-8680-46ca-85c7-44db858b683d" providerId="ADAL" clId="{4ECAEDD1-DC4B-4236-9B98-EAB710DDB7D3}" dt="2026-05-24T19:21:58.516" v="802" actId="26606"/>
          <ac:spMkLst>
            <pc:docMk/>
            <pc:sldMk cId="0" sldId="280"/>
            <ac:spMk id="3" creationId="{00000000-0000-0000-0000-000000000000}"/>
          </ac:spMkLst>
        </pc:spChg>
        <pc:spChg chg="add">
          <ac:chgData name="Pelletier, Xavier" userId="22aaddba-8680-46ca-85c7-44db858b683d" providerId="ADAL" clId="{4ECAEDD1-DC4B-4236-9B98-EAB710DDB7D3}" dt="2026-05-24T19:21:58.516" v="802" actId="26606"/>
          <ac:spMkLst>
            <pc:docMk/>
            <pc:sldMk cId="0" sldId="280"/>
            <ac:spMk id="6" creationId="{C13EF075-D4EF-4929-ADBC-91B27DA19955}"/>
          </ac:spMkLst>
        </pc:spChg>
        <pc:spChg chg="add">
          <ac:chgData name="Pelletier, Xavier" userId="22aaddba-8680-46ca-85c7-44db858b683d" providerId="ADAL" clId="{4ECAEDD1-DC4B-4236-9B98-EAB710DDB7D3}" dt="2026-05-24T19:21:58.516" v="802" actId="26606"/>
          <ac:spMkLst>
            <pc:docMk/>
            <pc:sldMk cId="0" sldId="280"/>
            <ac:spMk id="8" creationId="{18873D23-2DCF-4B31-A009-95721C06E8E1}"/>
          </ac:spMkLst>
        </pc:spChg>
        <pc:grpChg chg="add del">
          <ac:chgData name="Pelletier, Xavier" userId="22aaddba-8680-46ca-85c7-44db858b683d" providerId="ADAL" clId="{4ECAEDD1-DC4B-4236-9B98-EAB710DDB7D3}" dt="2026-05-24T19:21:54.497" v="801" actId="26606"/>
          <ac:grpSpMkLst>
            <pc:docMk/>
            <pc:sldMk cId="0" sldId="280"/>
            <ac:grpSpMk id="9" creationId="{5EFBDE31-BB3E-6CFC-23CD-B5976DA38438}"/>
          </ac:grpSpMkLst>
        </pc:grpChg>
        <pc:grpChg chg="add">
          <ac:chgData name="Pelletier, Xavier" userId="22aaddba-8680-46ca-85c7-44db858b683d" providerId="ADAL" clId="{4ECAEDD1-DC4B-4236-9B98-EAB710DDB7D3}" dt="2026-05-24T19:21:58.516" v="802" actId="26606"/>
          <ac:grpSpMkLst>
            <pc:docMk/>
            <pc:sldMk cId="0" sldId="280"/>
            <ac:grpSpMk id="12" creationId="{DAA26DFA-AAB2-4973-9C17-16D587C7B198}"/>
          </ac:grpSpMkLst>
        </pc:grpChg>
        <pc:picChg chg="add del">
          <ac:chgData name="Pelletier, Xavier" userId="22aaddba-8680-46ca-85c7-44db858b683d" providerId="ADAL" clId="{4ECAEDD1-DC4B-4236-9B98-EAB710DDB7D3}" dt="2026-05-24T19:21:54.497" v="801" actId="26606"/>
          <ac:picMkLst>
            <pc:docMk/>
            <pc:sldMk cId="0" sldId="280"/>
            <ac:picMk id="5" creationId="{07D96F34-D786-7072-9DDC-C5ED3ADE34CD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BF462F-79B6-4413-836F-2EB570960B4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9DB6DB-94A0-47BC-87A1-CE3E64898B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Client : accès à ses demandes et documents</a:t>
          </a:r>
        </a:p>
      </dgm:t>
    </dgm:pt>
    <dgm:pt modelId="{2752D07C-56AB-49C8-9CD7-583622D1B0A0}" type="parTrans" cxnId="{D38C890F-E428-4631-A8E0-D5C9C688E17B}">
      <dgm:prSet/>
      <dgm:spPr/>
      <dgm:t>
        <a:bodyPr/>
        <a:lstStyle/>
        <a:p>
          <a:endParaRPr lang="en-US"/>
        </a:p>
      </dgm:t>
    </dgm:pt>
    <dgm:pt modelId="{FCBA6994-521F-4783-B769-278DA5A8B0A2}" type="sibTrans" cxnId="{D38C890F-E428-4631-A8E0-D5C9C688E17B}">
      <dgm:prSet/>
      <dgm:spPr/>
      <dgm:t>
        <a:bodyPr/>
        <a:lstStyle/>
        <a:p>
          <a:endParaRPr lang="en-US"/>
        </a:p>
      </dgm:t>
    </dgm:pt>
    <dgm:pt modelId="{508C7047-A6C5-4A06-9A98-DE177935CD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Utilisateur : gestion des dossiers et clients</a:t>
          </a:r>
        </a:p>
      </dgm:t>
    </dgm:pt>
    <dgm:pt modelId="{BDFFBCD9-D397-4A37-86E5-35BE1791E1D3}" type="parTrans" cxnId="{35882245-2544-4787-B7C0-09C4CEF56079}">
      <dgm:prSet/>
      <dgm:spPr/>
      <dgm:t>
        <a:bodyPr/>
        <a:lstStyle/>
        <a:p>
          <a:endParaRPr lang="en-US"/>
        </a:p>
      </dgm:t>
    </dgm:pt>
    <dgm:pt modelId="{AA932B31-ADE5-4431-B4A0-372A918C68F0}" type="sibTrans" cxnId="{35882245-2544-4787-B7C0-09C4CEF56079}">
      <dgm:prSet/>
      <dgm:spPr/>
      <dgm:t>
        <a:bodyPr/>
        <a:lstStyle/>
        <a:p>
          <a:endParaRPr lang="en-US"/>
        </a:p>
      </dgm:t>
    </dgm:pt>
    <dgm:pt modelId="{E9E73388-703A-41CF-9D3B-4E9F070308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Administrateur : gestion complète de la plateforme</a:t>
          </a:r>
        </a:p>
      </dgm:t>
    </dgm:pt>
    <dgm:pt modelId="{75E3BFEE-776D-4D70-925B-2103E1B59504}" type="parTrans" cxnId="{35B93C57-431E-48CF-B04B-C05AB7E2342E}">
      <dgm:prSet/>
      <dgm:spPr/>
      <dgm:t>
        <a:bodyPr/>
        <a:lstStyle/>
        <a:p>
          <a:endParaRPr lang="en-US"/>
        </a:p>
      </dgm:t>
    </dgm:pt>
    <dgm:pt modelId="{FB18C0E7-C9D8-4789-A41F-A5E0033290E6}" type="sibTrans" cxnId="{35B93C57-431E-48CF-B04B-C05AB7E2342E}">
      <dgm:prSet/>
      <dgm:spPr/>
      <dgm:t>
        <a:bodyPr/>
        <a:lstStyle/>
        <a:p>
          <a:endParaRPr lang="en-US"/>
        </a:p>
      </dgm:t>
    </dgm:pt>
    <dgm:pt modelId="{AF0E1EC5-2EB5-4F66-AB17-D4407CD2FA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Authentification avec JWT</a:t>
          </a:r>
        </a:p>
      </dgm:t>
    </dgm:pt>
    <dgm:pt modelId="{ED4900F8-57F0-4DE7-8DFC-1F090ACD22B1}" type="parTrans" cxnId="{82D848EA-66A4-461F-B26C-2CDE3CC9384F}">
      <dgm:prSet/>
      <dgm:spPr/>
      <dgm:t>
        <a:bodyPr/>
        <a:lstStyle/>
        <a:p>
          <a:endParaRPr lang="en-US"/>
        </a:p>
      </dgm:t>
    </dgm:pt>
    <dgm:pt modelId="{C17B3F44-D3F7-44F5-8FE3-DD804067B37C}" type="sibTrans" cxnId="{82D848EA-66A4-461F-B26C-2CDE3CC9384F}">
      <dgm:prSet/>
      <dgm:spPr/>
      <dgm:t>
        <a:bodyPr/>
        <a:lstStyle/>
        <a:p>
          <a:endParaRPr lang="en-US"/>
        </a:p>
      </dgm:t>
    </dgm:pt>
    <dgm:pt modelId="{384E47E0-560C-489C-88CC-E5123474BC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Protection des routes selon les permissions</a:t>
          </a:r>
        </a:p>
      </dgm:t>
    </dgm:pt>
    <dgm:pt modelId="{7CBE12E2-190F-4CF0-BB0F-8F721D6302BB}" type="parTrans" cxnId="{96652A58-B7A8-4210-AA63-C4DBF38FAB6F}">
      <dgm:prSet/>
      <dgm:spPr/>
      <dgm:t>
        <a:bodyPr/>
        <a:lstStyle/>
        <a:p>
          <a:endParaRPr lang="en-US"/>
        </a:p>
      </dgm:t>
    </dgm:pt>
    <dgm:pt modelId="{38D14125-7C88-47E9-80BC-6647A8972AEC}" type="sibTrans" cxnId="{96652A58-B7A8-4210-AA63-C4DBF38FAB6F}">
      <dgm:prSet/>
      <dgm:spPr/>
      <dgm:t>
        <a:bodyPr/>
        <a:lstStyle/>
        <a:p>
          <a:endParaRPr lang="en-US"/>
        </a:p>
      </dgm:t>
    </dgm:pt>
    <dgm:pt modelId="{E146C388-2576-48DE-9A08-65236E07CF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Accès sécurisé aux documents et factures</a:t>
          </a:r>
        </a:p>
      </dgm:t>
    </dgm:pt>
    <dgm:pt modelId="{3A6A9BE1-10BE-4F73-9163-7AA7A5982FB9}" type="parTrans" cxnId="{F1FED4E0-D4FB-49BC-9D8E-068E1D5CB0BA}">
      <dgm:prSet/>
      <dgm:spPr/>
      <dgm:t>
        <a:bodyPr/>
        <a:lstStyle/>
        <a:p>
          <a:endParaRPr lang="en-US"/>
        </a:p>
      </dgm:t>
    </dgm:pt>
    <dgm:pt modelId="{D93C41A7-FD9A-4867-BA18-0634D5828A68}" type="sibTrans" cxnId="{F1FED4E0-D4FB-49BC-9D8E-068E1D5CB0BA}">
      <dgm:prSet/>
      <dgm:spPr/>
      <dgm:t>
        <a:bodyPr/>
        <a:lstStyle/>
        <a:p>
          <a:endParaRPr lang="en-US"/>
        </a:p>
      </dgm:t>
    </dgm:pt>
    <dgm:pt modelId="{85004AA8-FC07-45F0-8EBC-AB1F25BBA7B6}" type="pres">
      <dgm:prSet presAssocID="{99BF462F-79B6-4413-836F-2EB570960B4A}" presName="root" presStyleCnt="0">
        <dgm:presLayoutVars>
          <dgm:dir/>
          <dgm:resizeHandles val="exact"/>
        </dgm:presLayoutVars>
      </dgm:prSet>
      <dgm:spPr/>
    </dgm:pt>
    <dgm:pt modelId="{97170CB4-5FCB-4657-A0C3-491AB6FE1DC2}" type="pres">
      <dgm:prSet presAssocID="{149DB6DB-94A0-47BC-87A1-CE3E64898BA8}" presName="compNode" presStyleCnt="0"/>
      <dgm:spPr/>
    </dgm:pt>
    <dgm:pt modelId="{43E5CE5B-90D1-413B-96E3-71D71ABD4B3B}" type="pres">
      <dgm:prSet presAssocID="{149DB6DB-94A0-47BC-87A1-CE3E64898BA8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ilisateur"/>
        </a:ext>
      </dgm:extLst>
    </dgm:pt>
    <dgm:pt modelId="{E3D52908-5018-4B11-8A3E-02C4A550A6A9}" type="pres">
      <dgm:prSet presAssocID="{149DB6DB-94A0-47BC-87A1-CE3E64898BA8}" presName="spaceRect" presStyleCnt="0"/>
      <dgm:spPr/>
    </dgm:pt>
    <dgm:pt modelId="{B2D0F091-EA69-4C48-85E8-89D908A7E3BF}" type="pres">
      <dgm:prSet presAssocID="{149DB6DB-94A0-47BC-87A1-CE3E64898BA8}" presName="textRect" presStyleLbl="revTx" presStyleIdx="0" presStyleCnt="6">
        <dgm:presLayoutVars>
          <dgm:chMax val="1"/>
          <dgm:chPref val="1"/>
        </dgm:presLayoutVars>
      </dgm:prSet>
      <dgm:spPr/>
    </dgm:pt>
    <dgm:pt modelId="{77C39248-EE7B-4865-8778-172D46DA7268}" type="pres">
      <dgm:prSet presAssocID="{FCBA6994-521F-4783-B769-278DA5A8B0A2}" presName="sibTrans" presStyleCnt="0"/>
      <dgm:spPr/>
    </dgm:pt>
    <dgm:pt modelId="{BF7260C2-245E-453A-8174-197A0CC83C30}" type="pres">
      <dgm:prSet presAssocID="{508C7047-A6C5-4A06-9A98-DE177935CD33}" presName="compNode" presStyleCnt="0"/>
      <dgm:spPr/>
    </dgm:pt>
    <dgm:pt modelId="{D4D30CAB-0C03-41DB-97F5-347DE321E90B}" type="pres">
      <dgm:prSet presAssocID="{508C7047-A6C5-4A06-9A98-DE177935CD33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C5124DB-07EE-4DF8-9D46-30657FF3C185}" type="pres">
      <dgm:prSet presAssocID="{508C7047-A6C5-4A06-9A98-DE177935CD33}" presName="spaceRect" presStyleCnt="0"/>
      <dgm:spPr/>
    </dgm:pt>
    <dgm:pt modelId="{9BDDFDB1-9FDD-46B0-9A5A-4B557230D4C5}" type="pres">
      <dgm:prSet presAssocID="{508C7047-A6C5-4A06-9A98-DE177935CD33}" presName="textRect" presStyleLbl="revTx" presStyleIdx="1" presStyleCnt="6">
        <dgm:presLayoutVars>
          <dgm:chMax val="1"/>
          <dgm:chPref val="1"/>
        </dgm:presLayoutVars>
      </dgm:prSet>
      <dgm:spPr/>
    </dgm:pt>
    <dgm:pt modelId="{9895A64A-C52C-4616-8E46-269B5E1DD611}" type="pres">
      <dgm:prSet presAssocID="{AA932B31-ADE5-4431-B4A0-372A918C68F0}" presName="sibTrans" presStyleCnt="0"/>
      <dgm:spPr/>
    </dgm:pt>
    <dgm:pt modelId="{8855CB8E-6BB5-4F5A-97C1-EE32556EA043}" type="pres">
      <dgm:prSet presAssocID="{E9E73388-703A-41CF-9D3B-4E9F070308E2}" presName="compNode" presStyleCnt="0"/>
      <dgm:spPr/>
    </dgm:pt>
    <dgm:pt modelId="{8FDEE34C-ACA9-4D5A-BA25-7691159EBB4F}" type="pres">
      <dgm:prSet presAssocID="{E9E73388-703A-41CF-9D3B-4E9F070308E2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me de flux"/>
        </a:ext>
      </dgm:extLst>
    </dgm:pt>
    <dgm:pt modelId="{7124E26D-F6BE-4037-B602-F760405C6457}" type="pres">
      <dgm:prSet presAssocID="{E9E73388-703A-41CF-9D3B-4E9F070308E2}" presName="spaceRect" presStyleCnt="0"/>
      <dgm:spPr/>
    </dgm:pt>
    <dgm:pt modelId="{750A6359-0084-492B-B6B0-C4B626CEA16A}" type="pres">
      <dgm:prSet presAssocID="{E9E73388-703A-41CF-9D3B-4E9F070308E2}" presName="textRect" presStyleLbl="revTx" presStyleIdx="2" presStyleCnt="6">
        <dgm:presLayoutVars>
          <dgm:chMax val="1"/>
          <dgm:chPref val="1"/>
        </dgm:presLayoutVars>
      </dgm:prSet>
      <dgm:spPr/>
    </dgm:pt>
    <dgm:pt modelId="{27C72E11-EE6E-4095-A25B-BD5627578B6B}" type="pres">
      <dgm:prSet presAssocID="{FB18C0E7-C9D8-4789-A41F-A5E0033290E6}" presName="sibTrans" presStyleCnt="0"/>
      <dgm:spPr/>
    </dgm:pt>
    <dgm:pt modelId="{D3E23935-2EA7-42D6-9A60-3A15FFBCFF4B}" type="pres">
      <dgm:prSet presAssocID="{AF0E1EC5-2EB5-4F66-AB17-D4407CD2FA0E}" presName="compNode" presStyleCnt="0"/>
      <dgm:spPr/>
    </dgm:pt>
    <dgm:pt modelId="{41EA820F-91C7-4D98-A5E3-5B62882DD920}" type="pres">
      <dgm:prSet presAssocID="{AF0E1EC5-2EB5-4F66-AB17-D4407CD2FA0E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é"/>
        </a:ext>
      </dgm:extLst>
    </dgm:pt>
    <dgm:pt modelId="{D0D6AAD6-4875-458C-AA02-E324228CF5A4}" type="pres">
      <dgm:prSet presAssocID="{AF0E1EC5-2EB5-4F66-AB17-D4407CD2FA0E}" presName="spaceRect" presStyleCnt="0"/>
      <dgm:spPr/>
    </dgm:pt>
    <dgm:pt modelId="{42DF98C5-A998-4CD8-A11E-477D69C178C6}" type="pres">
      <dgm:prSet presAssocID="{AF0E1EC5-2EB5-4F66-AB17-D4407CD2FA0E}" presName="textRect" presStyleLbl="revTx" presStyleIdx="3" presStyleCnt="6">
        <dgm:presLayoutVars>
          <dgm:chMax val="1"/>
          <dgm:chPref val="1"/>
        </dgm:presLayoutVars>
      </dgm:prSet>
      <dgm:spPr/>
    </dgm:pt>
    <dgm:pt modelId="{FCB6181B-CFFE-47A1-9B40-76DC557725FD}" type="pres">
      <dgm:prSet presAssocID="{C17B3F44-D3F7-44F5-8FE3-DD804067B37C}" presName="sibTrans" presStyleCnt="0"/>
      <dgm:spPr/>
    </dgm:pt>
    <dgm:pt modelId="{4C299277-4EFE-4E01-8235-B1A37F55883C}" type="pres">
      <dgm:prSet presAssocID="{384E47E0-560C-489C-88CC-E5123474BC81}" presName="compNode" presStyleCnt="0"/>
      <dgm:spPr/>
    </dgm:pt>
    <dgm:pt modelId="{461140B1-A14C-4C38-8D34-B91956F613D2}" type="pres">
      <dgm:prSet presAssocID="{384E47E0-560C-489C-88CC-E5123474BC8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iture"/>
        </a:ext>
      </dgm:extLst>
    </dgm:pt>
    <dgm:pt modelId="{1CDD08DA-1C56-4ED0-A619-2C630D642008}" type="pres">
      <dgm:prSet presAssocID="{384E47E0-560C-489C-88CC-E5123474BC81}" presName="spaceRect" presStyleCnt="0"/>
      <dgm:spPr/>
    </dgm:pt>
    <dgm:pt modelId="{CC88B3FB-B585-40A8-8481-E377F4F0DF51}" type="pres">
      <dgm:prSet presAssocID="{384E47E0-560C-489C-88CC-E5123474BC81}" presName="textRect" presStyleLbl="revTx" presStyleIdx="4" presStyleCnt="6">
        <dgm:presLayoutVars>
          <dgm:chMax val="1"/>
          <dgm:chPref val="1"/>
        </dgm:presLayoutVars>
      </dgm:prSet>
      <dgm:spPr/>
    </dgm:pt>
    <dgm:pt modelId="{4205950C-5BC9-4D1C-AB02-2A4FD2AEDE9A}" type="pres">
      <dgm:prSet presAssocID="{38D14125-7C88-47E9-80BC-6647A8972AEC}" presName="sibTrans" presStyleCnt="0"/>
      <dgm:spPr/>
    </dgm:pt>
    <dgm:pt modelId="{288EF102-395F-45D3-BD69-5F877C4CB354}" type="pres">
      <dgm:prSet presAssocID="{E146C388-2576-48DE-9A08-65236E07CFE7}" presName="compNode" presStyleCnt="0"/>
      <dgm:spPr/>
    </dgm:pt>
    <dgm:pt modelId="{3C13D0FC-467E-4343-9995-03C8DE38D5A4}" type="pres">
      <dgm:prSet presAssocID="{E146C388-2576-48DE-9A08-65236E07CFE7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rrou"/>
        </a:ext>
      </dgm:extLst>
    </dgm:pt>
    <dgm:pt modelId="{E74A30C9-E4AA-424F-B0DF-EEABF01E680E}" type="pres">
      <dgm:prSet presAssocID="{E146C388-2576-48DE-9A08-65236E07CFE7}" presName="spaceRect" presStyleCnt="0"/>
      <dgm:spPr/>
    </dgm:pt>
    <dgm:pt modelId="{52B33060-FDF4-46D2-9162-5E0BB88F3BA3}" type="pres">
      <dgm:prSet presAssocID="{E146C388-2576-48DE-9A08-65236E07CFE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3083E05-7C30-42B3-8BC5-6162CC1E9D3D}" type="presOf" srcId="{99BF462F-79B6-4413-836F-2EB570960B4A}" destId="{85004AA8-FC07-45F0-8EBC-AB1F25BBA7B6}" srcOrd="0" destOrd="0" presId="urn:microsoft.com/office/officeart/2018/2/layout/IconLabelList"/>
    <dgm:cxn modelId="{D38C890F-E428-4631-A8E0-D5C9C688E17B}" srcId="{99BF462F-79B6-4413-836F-2EB570960B4A}" destId="{149DB6DB-94A0-47BC-87A1-CE3E64898BA8}" srcOrd="0" destOrd="0" parTransId="{2752D07C-56AB-49C8-9CD7-583622D1B0A0}" sibTransId="{FCBA6994-521F-4783-B769-278DA5A8B0A2}"/>
    <dgm:cxn modelId="{B80C5B64-BA35-494F-A69E-14BD28DBE741}" type="presOf" srcId="{508C7047-A6C5-4A06-9A98-DE177935CD33}" destId="{9BDDFDB1-9FDD-46B0-9A5A-4B557230D4C5}" srcOrd="0" destOrd="0" presId="urn:microsoft.com/office/officeart/2018/2/layout/IconLabelList"/>
    <dgm:cxn modelId="{35882245-2544-4787-B7C0-09C4CEF56079}" srcId="{99BF462F-79B6-4413-836F-2EB570960B4A}" destId="{508C7047-A6C5-4A06-9A98-DE177935CD33}" srcOrd="1" destOrd="0" parTransId="{BDFFBCD9-D397-4A37-86E5-35BE1791E1D3}" sibTransId="{AA932B31-ADE5-4431-B4A0-372A918C68F0}"/>
    <dgm:cxn modelId="{B1B91E6C-F7A6-48BB-9A05-6964B766C7FA}" type="presOf" srcId="{384E47E0-560C-489C-88CC-E5123474BC81}" destId="{CC88B3FB-B585-40A8-8481-E377F4F0DF51}" srcOrd="0" destOrd="0" presId="urn:microsoft.com/office/officeart/2018/2/layout/IconLabelList"/>
    <dgm:cxn modelId="{35B93C57-431E-48CF-B04B-C05AB7E2342E}" srcId="{99BF462F-79B6-4413-836F-2EB570960B4A}" destId="{E9E73388-703A-41CF-9D3B-4E9F070308E2}" srcOrd="2" destOrd="0" parTransId="{75E3BFEE-776D-4D70-925B-2103E1B59504}" sibTransId="{FB18C0E7-C9D8-4789-A41F-A5E0033290E6}"/>
    <dgm:cxn modelId="{96652A58-B7A8-4210-AA63-C4DBF38FAB6F}" srcId="{99BF462F-79B6-4413-836F-2EB570960B4A}" destId="{384E47E0-560C-489C-88CC-E5123474BC81}" srcOrd="4" destOrd="0" parTransId="{7CBE12E2-190F-4CF0-BB0F-8F721D6302BB}" sibTransId="{38D14125-7C88-47E9-80BC-6647A8972AEC}"/>
    <dgm:cxn modelId="{01C9EF9C-7831-4799-9EC2-6E3C0949B5E5}" type="presOf" srcId="{E146C388-2576-48DE-9A08-65236E07CFE7}" destId="{52B33060-FDF4-46D2-9162-5E0BB88F3BA3}" srcOrd="0" destOrd="0" presId="urn:microsoft.com/office/officeart/2018/2/layout/IconLabelList"/>
    <dgm:cxn modelId="{CF7687A6-9CE7-4D69-BC14-2306B06F0B40}" type="presOf" srcId="{E9E73388-703A-41CF-9D3B-4E9F070308E2}" destId="{750A6359-0084-492B-B6B0-C4B626CEA16A}" srcOrd="0" destOrd="0" presId="urn:microsoft.com/office/officeart/2018/2/layout/IconLabelList"/>
    <dgm:cxn modelId="{03E03FB1-F792-4945-94BE-993DE5E2A530}" type="presOf" srcId="{AF0E1EC5-2EB5-4F66-AB17-D4407CD2FA0E}" destId="{42DF98C5-A998-4CD8-A11E-477D69C178C6}" srcOrd="0" destOrd="0" presId="urn:microsoft.com/office/officeart/2018/2/layout/IconLabelList"/>
    <dgm:cxn modelId="{BDB748B8-6367-47DF-BCB2-E335D2FA3E5F}" type="presOf" srcId="{149DB6DB-94A0-47BC-87A1-CE3E64898BA8}" destId="{B2D0F091-EA69-4C48-85E8-89D908A7E3BF}" srcOrd="0" destOrd="0" presId="urn:microsoft.com/office/officeart/2018/2/layout/IconLabelList"/>
    <dgm:cxn modelId="{F1FED4E0-D4FB-49BC-9D8E-068E1D5CB0BA}" srcId="{99BF462F-79B6-4413-836F-2EB570960B4A}" destId="{E146C388-2576-48DE-9A08-65236E07CFE7}" srcOrd="5" destOrd="0" parTransId="{3A6A9BE1-10BE-4F73-9163-7AA7A5982FB9}" sibTransId="{D93C41A7-FD9A-4867-BA18-0634D5828A68}"/>
    <dgm:cxn modelId="{82D848EA-66A4-461F-B26C-2CDE3CC9384F}" srcId="{99BF462F-79B6-4413-836F-2EB570960B4A}" destId="{AF0E1EC5-2EB5-4F66-AB17-D4407CD2FA0E}" srcOrd="3" destOrd="0" parTransId="{ED4900F8-57F0-4DE7-8DFC-1F090ACD22B1}" sibTransId="{C17B3F44-D3F7-44F5-8FE3-DD804067B37C}"/>
    <dgm:cxn modelId="{B2994178-2BEA-46E7-B35A-81C614C6D92E}" type="presParOf" srcId="{85004AA8-FC07-45F0-8EBC-AB1F25BBA7B6}" destId="{97170CB4-5FCB-4657-A0C3-491AB6FE1DC2}" srcOrd="0" destOrd="0" presId="urn:microsoft.com/office/officeart/2018/2/layout/IconLabelList"/>
    <dgm:cxn modelId="{41DFE78A-68F0-4975-98CF-FAC9155C8D22}" type="presParOf" srcId="{97170CB4-5FCB-4657-A0C3-491AB6FE1DC2}" destId="{43E5CE5B-90D1-413B-96E3-71D71ABD4B3B}" srcOrd="0" destOrd="0" presId="urn:microsoft.com/office/officeart/2018/2/layout/IconLabelList"/>
    <dgm:cxn modelId="{CABB071B-F87E-4D87-89E0-C5B1B5BDDC0B}" type="presParOf" srcId="{97170CB4-5FCB-4657-A0C3-491AB6FE1DC2}" destId="{E3D52908-5018-4B11-8A3E-02C4A550A6A9}" srcOrd="1" destOrd="0" presId="urn:microsoft.com/office/officeart/2018/2/layout/IconLabelList"/>
    <dgm:cxn modelId="{22D0FFE0-AC65-4B9C-B8C5-62BA73BAD02A}" type="presParOf" srcId="{97170CB4-5FCB-4657-A0C3-491AB6FE1DC2}" destId="{B2D0F091-EA69-4C48-85E8-89D908A7E3BF}" srcOrd="2" destOrd="0" presId="urn:microsoft.com/office/officeart/2018/2/layout/IconLabelList"/>
    <dgm:cxn modelId="{62D88496-99E5-4F2B-BA87-B45C52B5A11D}" type="presParOf" srcId="{85004AA8-FC07-45F0-8EBC-AB1F25BBA7B6}" destId="{77C39248-EE7B-4865-8778-172D46DA7268}" srcOrd="1" destOrd="0" presId="urn:microsoft.com/office/officeart/2018/2/layout/IconLabelList"/>
    <dgm:cxn modelId="{42E3FC0D-C78A-4B2F-B154-194DFAA42923}" type="presParOf" srcId="{85004AA8-FC07-45F0-8EBC-AB1F25BBA7B6}" destId="{BF7260C2-245E-453A-8174-197A0CC83C30}" srcOrd="2" destOrd="0" presId="urn:microsoft.com/office/officeart/2018/2/layout/IconLabelList"/>
    <dgm:cxn modelId="{D06F568B-561A-4056-ADEA-287189D94BDD}" type="presParOf" srcId="{BF7260C2-245E-453A-8174-197A0CC83C30}" destId="{D4D30CAB-0C03-41DB-97F5-347DE321E90B}" srcOrd="0" destOrd="0" presId="urn:microsoft.com/office/officeart/2018/2/layout/IconLabelList"/>
    <dgm:cxn modelId="{06E6B891-81D4-41DA-9BB8-B7801B0AFEE0}" type="presParOf" srcId="{BF7260C2-245E-453A-8174-197A0CC83C30}" destId="{CC5124DB-07EE-4DF8-9D46-30657FF3C185}" srcOrd="1" destOrd="0" presId="urn:microsoft.com/office/officeart/2018/2/layout/IconLabelList"/>
    <dgm:cxn modelId="{8C421737-D684-4D65-83F4-50525B9D00B3}" type="presParOf" srcId="{BF7260C2-245E-453A-8174-197A0CC83C30}" destId="{9BDDFDB1-9FDD-46B0-9A5A-4B557230D4C5}" srcOrd="2" destOrd="0" presId="urn:microsoft.com/office/officeart/2018/2/layout/IconLabelList"/>
    <dgm:cxn modelId="{23B31168-3C28-4CC5-A5A6-D3FBB7477BC9}" type="presParOf" srcId="{85004AA8-FC07-45F0-8EBC-AB1F25BBA7B6}" destId="{9895A64A-C52C-4616-8E46-269B5E1DD611}" srcOrd="3" destOrd="0" presId="urn:microsoft.com/office/officeart/2018/2/layout/IconLabelList"/>
    <dgm:cxn modelId="{2FABD8AF-D94F-4726-BD28-FC4040FEBA50}" type="presParOf" srcId="{85004AA8-FC07-45F0-8EBC-AB1F25BBA7B6}" destId="{8855CB8E-6BB5-4F5A-97C1-EE32556EA043}" srcOrd="4" destOrd="0" presId="urn:microsoft.com/office/officeart/2018/2/layout/IconLabelList"/>
    <dgm:cxn modelId="{545D18B9-DE92-40D3-B0FC-9AD0CC1DFE0D}" type="presParOf" srcId="{8855CB8E-6BB5-4F5A-97C1-EE32556EA043}" destId="{8FDEE34C-ACA9-4D5A-BA25-7691159EBB4F}" srcOrd="0" destOrd="0" presId="urn:microsoft.com/office/officeart/2018/2/layout/IconLabelList"/>
    <dgm:cxn modelId="{E7259D5F-79C4-4C8D-B34F-27B3C893A904}" type="presParOf" srcId="{8855CB8E-6BB5-4F5A-97C1-EE32556EA043}" destId="{7124E26D-F6BE-4037-B602-F760405C6457}" srcOrd="1" destOrd="0" presId="urn:microsoft.com/office/officeart/2018/2/layout/IconLabelList"/>
    <dgm:cxn modelId="{0D1D7455-8D76-49DC-A955-B182C14AC909}" type="presParOf" srcId="{8855CB8E-6BB5-4F5A-97C1-EE32556EA043}" destId="{750A6359-0084-492B-B6B0-C4B626CEA16A}" srcOrd="2" destOrd="0" presId="urn:microsoft.com/office/officeart/2018/2/layout/IconLabelList"/>
    <dgm:cxn modelId="{8B2FD97C-1313-4B8D-A846-A7BFA3930007}" type="presParOf" srcId="{85004AA8-FC07-45F0-8EBC-AB1F25BBA7B6}" destId="{27C72E11-EE6E-4095-A25B-BD5627578B6B}" srcOrd="5" destOrd="0" presId="urn:microsoft.com/office/officeart/2018/2/layout/IconLabelList"/>
    <dgm:cxn modelId="{66B115E6-4127-487C-9706-39626AE01C2D}" type="presParOf" srcId="{85004AA8-FC07-45F0-8EBC-AB1F25BBA7B6}" destId="{D3E23935-2EA7-42D6-9A60-3A15FFBCFF4B}" srcOrd="6" destOrd="0" presId="urn:microsoft.com/office/officeart/2018/2/layout/IconLabelList"/>
    <dgm:cxn modelId="{E6563A3D-ECD8-4D14-8E63-C57980920932}" type="presParOf" srcId="{D3E23935-2EA7-42D6-9A60-3A15FFBCFF4B}" destId="{41EA820F-91C7-4D98-A5E3-5B62882DD920}" srcOrd="0" destOrd="0" presId="urn:microsoft.com/office/officeart/2018/2/layout/IconLabelList"/>
    <dgm:cxn modelId="{250CE98C-5168-4132-91F4-A70E4150FFE1}" type="presParOf" srcId="{D3E23935-2EA7-42D6-9A60-3A15FFBCFF4B}" destId="{D0D6AAD6-4875-458C-AA02-E324228CF5A4}" srcOrd="1" destOrd="0" presId="urn:microsoft.com/office/officeart/2018/2/layout/IconLabelList"/>
    <dgm:cxn modelId="{8313CBE5-F639-4CD2-ACC8-198332B98534}" type="presParOf" srcId="{D3E23935-2EA7-42D6-9A60-3A15FFBCFF4B}" destId="{42DF98C5-A998-4CD8-A11E-477D69C178C6}" srcOrd="2" destOrd="0" presId="urn:microsoft.com/office/officeart/2018/2/layout/IconLabelList"/>
    <dgm:cxn modelId="{261A27A0-CA1B-43D4-B96E-F2A1335B13FD}" type="presParOf" srcId="{85004AA8-FC07-45F0-8EBC-AB1F25BBA7B6}" destId="{FCB6181B-CFFE-47A1-9B40-76DC557725FD}" srcOrd="7" destOrd="0" presId="urn:microsoft.com/office/officeart/2018/2/layout/IconLabelList"/>
    <dgm:cxn modelId="{A76F9292-5F6F-411F-BAB2-675B4B215F5D}" type="presParOf" srcId="{85004AA8-FC07-45F0-8EBC-AB1F25BBA7B6}" destId="{4C299277-4EFE-4E01-8235-B1A37F55883C}" srcOrd="8" destOrd="0" presId="urn:microsoft.com/office/officeart/2018/2/layout/IconLabelList"/>
    <dgm:cxn modelId="{E52DC337-4ABE-43A4-BC08-6E931B8B7279}" type="presParOf" srcId="{4C299277-4EFE-4E01-8235-B1A37F55883C}" destId="{461140B1-A14C-4C38-8D34-B91956F613D2}" srcOrd="0" destOrd="0" presId="urn:microsoft.com/office/officeart/2018/2/layout/IconLabelList"/>
    <dgm:cxn modelId="{238E13D1-78F1-42E6-9B9C-D886BDF2D9B3}" type="presParOf" srcId="{4C299277-4EFE-4E01-8235-B1A37F55883C}" destId="{1CDD08DA-1C56-4ED0-A619-2C630D642008}" srcOrd="1" destOrd="0" presId="urn:microsoft.com/office/officeart/2018/2/layout/IconLabelList"/>
    <dgm:cxn modelId="{9D6B9BD0-05FC-4C80-8306-41238693AF7A}" type="presParOf" srcId="{4C299277-4EFE-4E01-8235-B1A37F55883C}" destId="{CC88B3FB-B585-40A8-8481-E377F4F0DF51}" srcOrd="2" destOrd="0" presId="urn:microsoft.com/office/officeart/2018/2/layout/IconLabelList"/>
    <dgm:cxn modelId="{ADB33A0A-C951-4BB4-9390-2E3CA9E0A32D}" type="presParOf" srcId="{85004AA8-FC07-45F0-8EBC-AB1F25BBA7B6}" destId="{4205950C-5BC9-4D1C-AB02-2A4FD2AEDE9A}" srcOrd="9" destOrd="0" presId="urn:microsoft.com/office/officeart/2018/2/layout/IconLabelList"/>
    <dgm:cxn modelId="{8369F52C-074C-41D6-A351-A4E5BD39DD02}" type="presParOf" srcId="{85004AA8-FC07-45F0-8EBC-AB1F25BBA7B6}" destId="{288EF102-395F-45D3-BD69-5F877C4CB354}" srcOrd="10" destOrd="0" presId="urn:microsoft.com/office/officeart/2018/2/layout/IconLabelList"/>
    <dgm:cxn modelId="{DA20FC45-CFD3-4F3E-8D9C-88DF780B6745}" type="presParOf" srcId="{288EF102-395F-45D3-BD69-5F877C4CB354}" destId="{3C13D0FC-467E-4343-9995-03C8DE38D5A4}" srcOrd="0" destOrd="0" presId="urn:microsoft.com/office/officeart/2018/2/layout/IconLabelList"/>
    <dgm:cxn modelId="{FBD082BB-4773-4933-8D2B-567EDE36F20C}" type="presParOf" srcId="{288EF102-395F-45D3-BD69-5F877C4CB354}" destId="{E74A30C9-E4AA-424F-B0DF-EEABF01E680E}" srcOrd="1" destOrd="0" presId="urn:microsoft.com/office/officeart/2018/2/layout/IconLabelList"/>
    <dgm:cxn modelId="{39C0DE5E-3B41-43C6-8050-9EBE7A01F6CE}" type="presParOf" srcId="{288EF102-395F-45D3-BD69-5F877C4CB354}" destId="{52B33060-FDF4-46D2-9162-5E0BB88F3BA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E5CE5B-90D1-413B-96E3-71D71ABD4B3B}">
      <dsp:nvSpPr>
        <dsp:cNvPr id="0" name=""/>
        <dsp:cNvSpPr/>
      </dsp:nvSpPr>
      <dsp:spPr>
        <a:xfrm>
          <a:off x="421398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0F091-EA69-4C48-85E8-89D908A7E3BF}">
      <dsp:nvSpPr>
        <dsp:cNvPr id="0" name=""/>
        <dsp:cNvSpPr/>
      </dsp:nvSpPr>
      <dsp:spPr>
        <a:xfrm>
          <a:off x="84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Client : accès à ses demandes et documents</a:t>
          </a:r>
        </a:p>
      </dsp:txBody>
      <dsp:txXfrm>
        <a:off x="841" y="2344441"/>
        <a:ext cx="1529296" cy="611718"/>
      </dsp:txXfrm>
    </dsp:sp>
    <dsp:sp modelId="{D4D30CAB-0C03-41DB-97F5-347DE321E90B}">
      <dsp:nvSpPr>
        <dsp:cNvPr id="0" name=""/>
        <dsp:cNvSpPr/>
      </dsp:nvSpPr>
      <dsp:spPr>
        <a:xfrm>
          <a:off x="2218322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DFDB1-9FDD-46B0-9A5A-4B557230D4C5}">
      <dsp:nvSpPr>
        <dsp:cNvPr id="0" name=""/>
        <dsp:cNvSpPr/>
      </dsp:nvSpPr>
      <dsp:spPr>
        <a:xfrm>
          <a:off x="1797765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Utilisateur : gestion des dossiers et clients</a:t>
          </a:r>
        </a:p>
      </dsp:txBody>
      <dsp:txXfrm>
        <a:off x="1797765" y="2344441"/>
        <a:ext cx="1529296" cy="611718"/>
      </dsp:txXfrm>
    </dsp:sp>
    <dsp:sp modelId="{8FDEE34C-ACA9-4D5A-BA25-7691159EBB4F}">
      <dsp:nvSpPr>
        <dsp:cNvPr id="0" name=""/>
        <dsp:cNvSpPr/>
      </dsp:nvSpPr>
      <dsp:spPr>
        <a:xfrm>
          <a:off x="4015246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A6359-0084-492B-B6B0-C4B626CEA16A}">
      <dsp:nvSpPr>
        <dsp:cNvPr id="0" name=""/>
        <dsp:cNvSpPr/>
      </dsp:nvSpPr>
      <dsp:spPr>
        <a:xfrm>
          <a:off x="3594689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Administrateur : gestion complète de la plateforme</a:t>
          </a:r>
        </a:p>
      </dsp:txBody>
      <dsp:txXfrm>
        <a:off x="3594689" y="2344441"/>
        <a:ext cx="1529296" cy="611718"/>
      </dsp:txXfrm>
    </dsp:sp>
    <dsp:sp modelId="{41EA820F-91C7-4D98-A5E3-5B62882DD920}">
      <dsp:nvSpPr>
        <dsp:cNvPr id="0" name=""/>
        <dsp:cNvSpPr/>
      </dsp:nvSpPr>
      <dsp:spPr>
        <a:xfrm>
          <a:off x="5812170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DF98C5-A998-4CD8-A11E-477D69C178C6}">
      <dsp:nvSpPr>
        <dsp:cNvPr id="0" name=""/>
        <dsp:cNvSpPr/>
      </dsp:nvSpPr>
      <dsp:spPr>
        <a:xfrm>
          <a:off x="5391613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Authentification avec JWT</a:t>
          </a:r>
        </a:p>
      </dsp:txBody>
      <dsp:txXfrm>
        <a:off x="5391613" y="2344441"/>
        <a:ext cx="1529296" cy="611718"/>
      </dsp:txXfrm>
    </dsp:sp>
    <dsp:sp modelId="{461140B1-A14C-4C38-8D34-B91956F613D2}">
      <dsp:nvSpPr>
        <dsp:cNvPr id="0" name=""/>
        <dsp:cNvSpPr/>
      </dsp:nvSpPr>
      <dsp:spPr>
        <a:xfrm>
          <a:off x="7609093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8B3FB-B585-40A8-8481-E377F4F0DF51}">
      <dsp:nvSpPr>
        <dsp:cNvPr id="0" name=""/>
        <dsp:cNvSpPr/>
      </dsp:nvSpPr>
      <dsp:spPr>
        <a:xfrm>
          <a:off x="7188537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Protection des routes selon les permissions</a:t>
          </a:r>
        </a:p>
      </dsp:txBody>
      <dsp:txXfrm>
        <a:off x="7188537" y="2344441"/>
        <a:ext cx="1529296" cy="611718"/>
      </dsp:txXfrm>
    </dsp:sp>
    <dsp:sp modelId="{3C13D0FC-467E-4343-9995-03C8DE38D5A4}">
      <dsp:nvSpPr>
        <dsp:cNvPr id="0" name=""/>
        <dsp:cNvSpPr/>
      </dsp:nvSpPr>
      <dsp:spPr>
        <a:xfrm>
          <a:off x="9406017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33060-FDF4-46D2-9162-5E0BB88F3BA3}">
      <dsp:nvSpPr>
        <dsp:cNvPr id="0" name=""/>
        <dsp:cNvSpPr/>
      </dsp:nvSpPr>
      <dsp:spPr>
        <a:xfrm>
          <a:off x="898546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Accès sécurisé aux documents et factures</a:t>
          </a:r>
        </a:p>
      </dsp:txBody>
      <dsp:txXfrm>
        <a:off x="8985461" y="2344441"/>
        <a:ext cx="1529296" cy="611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4B0FC3-3744-08C8-EBE6-A2B731AFB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EFCC178-C7AD-088A-D026-B7F630B68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94E6F3-E191-8063-CA34-C7BEE78C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9F455-7D11-35FF-0C1D-720549CC4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17782F-275D-2FAA-D2E3-DE6565DC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56256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8BE1DB-3F1F-581B-6BA4-01BE2A7A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FD30A3-D45C-C4AD-8CBD-10A7F353A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86745A-56B7-A2FF-D9A8-02113AF6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1CB8F9-2810-2139-64A0-13AFDCC5D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CA779F-F7BF-AE8E-C2B4-B9E10D61A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5224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1014FE-B1F2-E72F-84BB-62F3AEEA3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9140C7-E388-CB57-C261-A477CD5D1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451AFA-9FEA-34F3-0878-59BF7939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DD1D0E-D941-026B-9944-207B4F02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A8C4D6-9CB4-E225-1167-5B2D66290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50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EFADE9-0564-2147-A9F1-39032FE0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AF0F72-21FA-D3AE-D6A6-4BA75E390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D45A36-45E5-CF2C-9B81-08FBE3E92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230B27-857D-F747-FB7A-5EA51327E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523287-C284-0B7D-E43A-C7341D88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417D8D-7F54-95B5-293E-DB62994E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95402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DCE1A9-E97C-9693-5A60-6DEAF826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1B4D1E-B095-D0CB-7F36-26DDC5C62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DEEDAA-5846-0124-D9B4-249631F2B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47C17E-E347-FA18-3FC7-A50C829A3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5BDE149-10DA-505E-9971-36B0840DD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704F2AC-BA9F-EDEB-546D-5ABC1E42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8D65FBF-820A-D499-E48B-B9E8B2738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CBDBB5A-1E37-EBBF-39EB-1BA3085B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95539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E4D6C8-3CD0-A51E-25D2-17F3F20A4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4E9AD5-9D3D-546B-8624-473B33073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5665BD4-59FB-5FFD-A0CD-56D6B4CBB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1A9CDF-4215-5EAB-5CAA-26A8FEEA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4184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FBDD441-8D8D-462D-7180-192E65F9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4379787-32EC-9C45-8AAA-E07156D88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142583-FBF2-B86A-F718-B0C78A8D0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55297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C4339-70AB-39AC-AEFE-73F753AF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949D02-6479-FAFB-5B96-614B67DF1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28273F-4BBB-9686-34F7-6CDE5DCAD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6A4169-84D6-5F81-0BBF-A37B03400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6734F33-73C0-2A9B-2172-1B6440A2B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EB8AAB-EC1D-5A3B-5F83-86D2A4186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72356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C1F4FE-919A-2744-C326-A8ED8D36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72C6DAB-D843-DA72-9C0C-F047361E4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152817-1962-FAF7-AF33-F2E9F99E8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891EE8-52A2-3CAC-5A24-8722D7BE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2C5520-A2B0-386F-5495-7A463F29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C51C75-CEDF-3FFA-B723-56FC4023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9238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54896C-1CC5-3A21-09E5-CBC9D75B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A3DB02-5F83-B23B-3B6A-6B146F35C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C7F060-A3A3-0881-B87C-26A838EC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A8C737-FA06-F53E-86C5-2C3ABEEB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C0DB1F-F722-E17A-C479-F4CA031A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021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5A17594-9BF7-02B8-6FFD-D3C1308F3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C9968A3-F273-C786-7615-130B8907F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18271-9690-3128-C37F-5555B3F4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22D1CE-EB6C-0375-FEF0-DB0D0473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803CF5-95B8-4BB2-B478-BBEFE559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784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6507B3-FE52-30C7-2525-01EBD382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B0CD27-E6D9-A7D2-8483-4A4F6FD9D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3CB314-F0A2-1C22-6053-99263E182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1E9F28-76D9-4301-A24E-08EF22994827}" type="datetimeFigureOut">
              <a:rPr lang="fr-CA" smtClean="0"/>
              <a:t>2026-05-24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273D3D-8D5A-6CFC-2E0D-DD824DBB6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561D96-18EA-6DFC-D7B8-B777AC5F6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497A-C7FD-4E7C-89F3-2C55EBB9626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1835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9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0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11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2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13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14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image" Target="../media/image15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image" Target="../media/image16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17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2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67992D8-DB98-4707-4770-84F90C463D90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Site </a:t>
            </a:r>
            <a:r>
              <a:rPr lang="en-US" sz="4000" dirty="0" err="1">
                <a:solidFill>
                  <a:schemeClr val="tx2"/>
                </a:solidFill>
              </a:rPr>
              <a:t>d’immigration</a:t>
            </a:r>
            <a:endParaRPr lang="fr-CA" sz="4000" dirty="0">
              <a:solidFill>
                <a:schemeClr val="tx2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352B08D-945A-6717-F1D1-2015CABADF0A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Par Xavier Pelletier, Hichem </a:t>
            </a:r>
            <a:r>
              <a:rPr lang="en-US" sz="2000" dirty="0" err="1">
                <a:solidFill>
                  <a:schemeClr val="tx2"/>
                </a:solidFill>
              </a:rPr>
              <a:t>Khederi</a:t>
            </a:r>
            <a:r>
              <a:rPr lang="en-US" sz="2000" dirty="0">
                <a:solidFill>
                  <a:schemeClr val="tx2"/>
                </a:solidFill>
              </a:rPr>
              <a:t>, Eric Djiben, </a:t>
            </a:r>
            <a:r>
              <a:rPr lang="en-US" sz="2000" dirty="0" err="1">
                <a:solidFill>
                  <a:schemeClr val="tx2"/>
                </a:solidFill>
              </a:rPr>
              <a:t>Glodie</a:t>
            </a:r>
            <a:r>
              <a:rPr lang="en-US" sz="2000" dirty="0">
                <a:solidFill>
                  <a:schemeClr val="tx2"/>
                </a:solidFill>
              </a:rPr>
              <a:t> Katanga</a:t>
            </a:r>
          </a:p>
          <a:p>
            <a:pPr algn="l"/>
            <a:endParaRPr lang="en-US" sz="2000" dirty="0">
              <a:solidFill>
                <a:schemeClr val="tx2"/>
              </a:solidFill>
            </a:endParaRPr>
          </a:p>
        </p:txBody>
      </p:sp>
      <p:pic>
        <p:nvPicPr>
          <p:cNvPr id="7" name="Graphic 6" descr="Écran">
            <a:extLst>
              <a:ext uri="{FF2B5EF4-FFF2-40B4-BE49-F238E27FC236}">
                <a16:creationId xmlns:a16="http://schemas.microsoft.com/office/drawing/2014/main" id="{1925ECBB-5E79-A4F3-3F6C-8D889FADF47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custDataLst>
              <p:tags r:id="rId6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65269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D7C141-5770-85F2-4C3C-67C0E0ACB50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rgbClr val="3F3F3F"/>
                </a:solidFill>
              </a:rPr>
              <a:t>Objectif du </a:t>
            </a:r>
            <a:r>
              <a:rPr lang="en-US" sz="3600" dirty="0" err="1">
                <a:solidFill>
                  <a:srgbClr val="3F3F3F"/>
                </a:solidFill>
              </a:rPr>
              <a:t>projet</a:t>
            </a:r>
            <a:endParaRPr lang="en-US" sz="3600" kern="1200" dirty="0">
              <a:solidFill>
                <a:srgbClr val="3F3F3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1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0DE0B587-9070-AB48-D22F-66CDA4D0EEE6}"/>
              </a:ext>
            </a:extLst>
          </p:cNvPr>
          <p:cNvSpPr txBox="1"/>
          <p:nvPr/>
        </p:nvSpPr>
        <p:spPr>
          <a:xfrm>
            <a:off x="6554891" y="3436890"/>
            <a:ext cx="4292594" cy="18849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Notre </a:t>
            </a:r>
            <a:r>
              <a:rPr lang="en-US" sz="2000" dirty="0" err="1"/>
              <a:t>objectif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 err="1"/>
              <a:t>Moderniser</a:t>
            </a:r>
            <a:r>
              <a:rPr lang="en-US" sz="2000" dirty="0"/>
              <a:t> et simplifier le processus </a:t>
            </a:r>
            <a:r>
              <a:rPr lang="en-US" sz="2000" dirty="0" err="1"/>
              <a:t>administratif</a:t>
            </a:r>
            <a:r>
              <a:rPr lang="en-US" sz="2000" dirty="0"/>
              <a:t> </a:t>
            </a:r>
            <a:r>
              <a:rPr lang="en-US" sz="2000" dirty="0" err="1"/>
              <a:t>autant</a:t>
            </a:r>
            <a:r>
              <a:rPr lang="en-US" sz="2000" dirty="0"/>
              <a:t> pour les immigrants </a:t>
            </a:r>
            <a:r>
              <a:rPr lang="en-US" sz="2000" dirty="0" err="1"/>
              <a:t>que</a:t>
            </a:r>
            <a:r>
              <a:rPr lang="en-US" sz="2000" dirty="0"/>
              <a:t> pour les </a:t>
            </a:r>
            <a:r>
              <a:rPr lang="en-US" sz="2000" dirty="0" err="1"/>
              <a:t>employés</a:t>
            </a:r>
            <a:r>
              <a:rPr lang="en-US" sz="2000" dirty="0"/>
              <a:t> qui </a:t>
            </a:r>
            <a:r>
              <a:rPr lang="en-US" sz="2000" dirty="0" err="1"/>
              <a:t>traitent</a:t>
            </a:r>
            <a:r>
              <a:rPr lang="en-US" sz="2000" dirty="0"/>
              <a:t> les dossiers.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AAD009E-0ACB-7BE8-E6B6-5BB78C191597}"/>
              </a:ext>
            </a:extLst>
          </p:cNvPr>
          <p:cNvSpPr txBox="1"/>
          <p:nvPr/>
        </p:nvSpPr>
        <p:spPr>
          <a:xfrm>
            <a:off x="3048762" y="567801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fr-FR" sz="1800" dirty="0"/>
              <a:t>Notre solution : </a:t>
            </a:r>
            <a:r>
              <a:rPr lang="en-US" altLang="fr-FR" sz="1800" dirty="0" err="1"/>
              <a:t>une</a:t>
            </a:r>
            <a:r>
              <a:rPr lang="en-US" altLang="fr-FR" sz="1800" dirty="0"/>
              <a:t> </a:t>
            </a:r>
            <a:r>
              <a:rPr lang="en-US" altLang="fr-FR" sz="1800" dirty="0" err="1"/>
              <a:t>plateforme</a:t>
            </a:r>
            <a:r>
              <a:rPr lang="en-US" altLang="fr-FR" sz="1800" dirty="0"/>
              <a:t> </a:t>
            </a:r>
            <a:r>
              <a:rPr lang="en-US" altLang="fr-FR" sz="1800" dirty="0" err="1"/>
              <a:t>centralisée</a:t>
            </a:r>
            <a:r>
              <a:rPr lang="en-US" altLang="fr-FR" sz="1800" dirty="0"/>
              <a:t> et numérique 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F835A714-53A2-421F-0FE0-065F173CE48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067645" y="3184603"/>
            <a:ext cx="4798910" cy="210442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algn="ctr"/>
            <a:endParaRPr lang="en-US" sz="2000" dirty="0"/>
          </a:p>
          <a:p>
            <a:pPr marL="0"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fr-FR" sz="2000" dirty="0" err="1"/>
              <a:t>L’immigration</a:t>
            </a:r>
            <a:r>
              <a:rPr lang="en-US" altLang="fr-FR" sz="2000" dirty="0"/>
              <a:t> </a:t>
            </a:r>
            <a:r>
              <a:rPr lang="en-US" altLang="fr-FR" sz="2000" dirty="0" err="1"/>
              <a:t>implique</a:t>
            </a:r>
            <a:r>
              <a:rPr lang="en-US" altLang="fr-FR" sz="2000" dirty="0"/>
              <a:t> beaucoup de documents et </a:t>
            </a:r>
            <a:r>
              <a:rPr lang="en-US" altLang="fr-FR" sz="2000" dirty="0" err="1"/>
              <a:t>d’étapes</a:t>
            </a:r>
            <a:r>
              <a:rPr lang="en-US" altLang="fr-FR" sz="2000" dirty="0"/>
              <a:t> </a:t>
            </a:r>
            <a:r>
              <a:rPr lang="en-US" altLang="fr-FR" sz="2000" dirty="0" err="1"/>
              <a:t>administratives</a:t>
            </a:r>
            <a:r>
              <a:rPr lang="en-US" altLang="fr-FR" sz="2000" dirty="0"/>
              <a:t> </a:t>
            </a:r>
          </a:p>
          <a:p>
            <a:pPr marL="0" lvl="0" algn="ctr" fontAlgn="base">
              <a:spcBef>
                <a:spcPct val="0"/>
              </a:spcBef>
              <a:spcAft>
                <a:spcPct val="0"/>
              </a:spcAft>
            </a:pPr>
            <a:endParaRPr lang="en-US" altLang="fr-FR" sz="2000" dirty="0"/>
          </a:p>
          <a:p>
            <a:pPr marL="0"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fr-FR" sz="2000" dirty="0"/>
              <a:t>Les processus </a:t>
            </a:r>
            <a:r>
              <a:rPr lang="en-US" altLang="fr-FR" sz="2000" dirty="0" err="1"/>
              <a:t>sont</a:t>
            </a:r>
            <a:r>
              <a:rPr lang="en-US" altLang="fr-FR" sz="2000" dirty="0"/>
              <a:t> </a:t>
            </a:r>
            <a:r>
              <a:rPr lang="en-US" altLang="fr-FR" sz="2000" dirty="0" err="1"/>
              <a:t>souvent</a:t>
            </a:r>
            <a:r>
              <a:rPr lang="en-US" altLang="fr-FR" sz="2000" dirty="0"/>
              <a:t> longs et complexes </a:t>
            </a:r>
          </a:p>
          <a:p>
            <a:pPr marL="0"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fr-FR" sz="2000" dirty="0" err="1"/>
              <a:t>Difficulté</a:t>
            </a:r>
            <a:r>
              <a:rPr lang="en-US" altLang="fr-FR" sz="2000" dirty="0"/>
              <a:t> de communication entre clients et </a:t>
            </a:r>
            <a:r>
              <a:rPr lang="en-US" altLang="fr-FR" sz="2000" dirty="0" err="1"/>
              <a:t>employés</a:t>
            </a:r>
            <a:r>
              <a:rPr lang="en-US" altLang="fr-FR" sz="2000" dirty="0"/>
              <a:t> 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84478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fr-CA" sz="3600" dirty="0">
                <a:solidFill>
                  <a:schemeClr val="tx2"/>
                </a:solidFill>
              </a:rPr>
              <a:t>Description de l’application</a:t>
            </a:r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AB4DCA0D-2196-B918-EB61-E7D876D30D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fr-FR" sz="1800">
                <a:solidFill>
                  <a:schemeClr val="tx2"/>
                </a:solidFill>
              </a:rPr>
              <a:t>Création et connexion sécurisée des utilisateurs</a:t>
            </a:r>
          </a:p>
          <a:p>
            <a:r>
              <a:rPr lang="fr-FR" sz="1800">
                <a:solidFill>
                  <a:schemeClr val="tx2"/>
                </a:solidFill>
              </a:rPr>
              <a:t>Gestion des dossiers d’immigration</a:t>
            </a:r>
          </a:p>
          <a:p>
            <a:r>
              <a:rPr lang="fr-FR" sz="1800">
                <a:solidFill>
                  <a:schemeClr val="tx2"/>
                </a:solidFill>
              </a:rPr>
              <a:t>Téléversement et téléchargement des documents</a:t>
            </a:r>
          </a:p>
          <a:p>
            <a:r>
              <a:rPr lang="fr-FR" sz="1800">
                <a:solidFill>
                  <a:schemeClr val="tx2"/>
                </a:solidFill>
              </a:rPr>
              <a:t>Suivi des demandes en temps réel</a:t>
            </a:r>
          </a:p>
          <a:p>
            <a:r>
              <a:rPr lang="fr-FR" sz="1800">
                <a:solidFill>
                  <a:schemeClr val="tx2"/>
                </a:solidFill>
              </a:rPr>
              <a:t>Gestion des factures à distance</a:t>
            </a:r>
          </a:p>
          <a:p>
            <a:r>
              <a:rPr lang="fr-FR" sz="1800">
                <a:solidFill>
                  <a:schemeClr val="tx2"/>
                </a:solidFill>
              </a:rPr>
              <a:t>Documentation API avec Swagger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fr-CA" sz="3600">
                <a:solidFill>
                  <a:schemeClr val="tx2"/>
                </a:solidFill>
              </a:rP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fr-FR" sz="1800" dirty="0">
                <a:solidFill>
                  <a:schemeClr val="tx2"/>
                </a:solidFill>
              </a:rPr>
              <a:t>Frontend : </a:t>
            </a:r>
            <a:r>
              <a:rPr lang="fr-FR" sz="1800" dirty="0" err="1">
                <a:solidFill>
                  <a:schemeClr val="tx2"/>
                </a:solidFill>
              </a:rPr>
              <a:t>React</a:t>
            </a:r>
            <a:endParaRPr lang="fr-FR" sz="1800" dirty="0">
              <a:solidFill>
                <a:schemeClr val="tx2"/>
              </a:solidFill>
            </a:endParaRPr>
          </a:p>
          <a:p>
            <a:r>
              <a:rPr lang="fr-FR" sz="1800" dirty="0">
                <a:solidFill>
                  <a:schemeClr val="tx2"/>
                </a:solidFill>
              </a:rPr>
              <a:t>Backend : Node.js et Express.js</a:t>
            </a:r>
          </a:p>
          <a:p>
            <a:r>
              <a:rPr lang="fr-FR" sz="1800" dirty="0">
                <a:solidFill>
                  <a:schemeClr val="tx2"/>
                </a:solidFill>
              </a:rPr>
              <a:t>API REST sécurisée avec JWT</a:t>
            </a:r>
          </a:p>
          <a:p>
            <a:r>
              <a:rPr lang="fr-FR" sz="1800" dirty="0">
                <a:solidFill>
                  <a:schemeClr val="tx2"/>
                </a:solidFill>
              </a:rPr>
              <a:t>Base de données SQLite</a:t>
            </a:r>
          </a:p>
          <a:p>
            <a:r>
              <a:rPr lang="fr-FR" sz="1800" dirty="0">
                <a:solidFill>
                  <a:schemeClr val="tx2"/>
                </a:solidFill>
              </a:rPr>
              <a:t>Documentation Swagger / </a:t>
            </a:r>
            <a:r>
              <a:rPr lang="fr-FR" sz="1800" dirty="0" err="1">
                <a:solidFill>
                  <a:schemeClr val="tx2"/>
                </a:solidFill>
              </a:rPr>
              <a:t>OpenAPI</a:t>
            </a:r>
            <a:endParaRPr lang="fr-FR" sz="1800" dirty="0">
              <a:solidFill>
                <a:schemeClr val="tx2"/>
              </a:solidFill>
            </a:endParaRPr>
          </a:p>
          <a:p>
            <a:r>
              <a:rPr lang="fr-FR" sz="1800" dirty="0">
                <a:solidFill>
                  <a:schemeClr val="tx2"/>
                </a:solidFill>
              </a:rPr>
              <a:t>Gestion des routes et permissions utilisateurs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Gestion des rôles et sécurité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F36BC0A-3781-4CB1-BD50-6360FE4F83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Personne écrivant sur un bloc-notes">
            <a:extLst>
              <a:ext uri="{FF2B5EF4-FFF2-40B4-BE49-F238E27FC236}">
                <a16:creationId xmlns:a16="http://schemas.microsoft.com/office/drawing/2014/main" id="{9309B101-F5AC-6D72-6037-F5861936B9B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alphaModFix/>
          </a:blip>
          <a:srcRect l="4308" r="4307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3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B5E675E-3C5B-748C-10A8-53BF27875A56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28663" y="1115219"/>
            <a:ext cx="5505449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>
                <a:solidFill>
                  <a:schemeClr val="bg1"/>
                </a:solidFill>
              </a:rPr>
              <a:t>Aperçu de </a:t>
            </a:r>
            <a:r>
              <a:rPr lang="en-US" sz="5000" dirty="0" err="1">
                <a:solidFill>
                  <a:schemeClr val="bg1"/>
                </a:solidFill>
              </a:rPr>
              <a:t>notre</a:t>
            </a:r>
            <a:r>
              <a:rPr lang="en-US" sz="5000" dirty="0">
                <a:solidFill>
                  <a:schemeClr val="bg1"/>
                </a:solidFill>
              </a:rPr>
              <a:t> site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5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906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621654-C16C-5D4E-D3AA-AFF7F7E4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8E53FA75-83BA-F377-B5D0-392DA533F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CD8FDA20-DDE2-EB86-3D0E-C1400F1206E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76350" y="4981575"/>
            <a:ext cx="322897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Page </a:t>
            </a:r>
            <a:r>
              <a:rPr lang="en-US" sz="2400" dirty="0" err="1">
                <a:solidFill>
                  <a:srgbClr val="FFFFFF"/>
                </a:solidFill>
              </a:rPr>
              <a:t>d’accueil</a:t>
            </a:r>
            <a:endParaRPr lang="en-US" sz="24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8B1E1F-0624-F8F2-C82D-BCF1B44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3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DABCA6E-AC73-5401-E934-FDAA15CA8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95A8A4-E9D0-CDA3-F981-ADF4B1DCBA8C}"/>
              </a:ext>
            </a:extLst>
          </p:cNvPr>
          <p:cNvSpPr>
            <a:spLocks noGrp="1"/>
          </p:cNvSpPr>
          <p:nvPr>
            <p:ph idx="1"/>
            <p:custDataLst>
              <p:tags r:id="rId5"/>
            </p:custDataLst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25844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Espace réservé du contenu 22">
            <a:extLst>
              <a:ext uri="{FF2B5EF4-FFF2-40B4-BE49-F238E27FC236}">
                <a16:creationId xmlns:a16="http://schemas.microsoft.com/office/drawing/2014/main" id="{B7DEAFB8-26B6-640D-7DAF-F81B73A16593}"/>
              </a:ext>
            </a:extLst>
          </p:cNvPr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-16259" y="0"/>
            <a:ext cx="12224518" cy="6858000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A414F261-E931-45CB-8605-20FFD6826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2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0953A649-7614-CF0B-923B-2EC5F49D7F5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76350" y="4981575"/>
            <a:ext cx="322897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Page de </a:t>
            </a:r>
            <a:r>
              <a:rPr lang="en-US" sz="2400" dirty="0" err="1">
                <a:solidFill>
                  <a:srgbClr val="FFFFFF"/>
                </a:solidFill>
              </a:rPr>
              <a:t>connexion</a:t>
            </a:r>
            <a:endParaRPr lang="en-US" sz="24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63CF8AD-BB19-4F90-BDE5-B3B3F56F4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4E62CA-FAA3-4628-AEF3-5033C7714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5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32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28AD7-8AB8-0CFD-8767-C3BE85DDF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6AF697D-5814-28F0-B67D-52918AC89E9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76201"/>
            <a:ext cx="12192000" cy="6931025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E0FAB2C2-0E9E-7091-2FC7-65DBA1761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2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CBB40A18-2788-B6CE-705F-B854EAD4D13D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76350" y="4981575"/>
            <a:ext cx="322897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Page </a:t>
            </a:r>
            <a:r>
              <a:rPr lang="en-US" sz="2400" dirty="0" err="1">
                <a:solidFill>
                  <a:srgbClr val="FFFFFF"/>
                </a:solidFill>
              </a:rPr>
              <a:t>d’inscription</a:t>
            </a:r>
            <a:endParaRPr lang="en-US" sz="24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F26247-F420-E917-2FB1-7E44F73C2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65574EC-402A-71C1-C1F5-23DFDE1BE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5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844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A9122-FA40-A3C7-6A67-39C5F66F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EF89EC4-871E-913E-4CF8-9976858C24D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"/>
            <a:ext cx="12192000" cy="6854825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CB6FAC03-F50B-AD79-D29C-FAC0FBDE1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2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4CF5552D-F1F0-7D2B-652C-1C7BDF0ABD1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76350" y="4981575"/>
            <a:ext cx="322897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Tableau de bord Client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00C4E8-A6DC-157F-99C3-B0897EC19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7CA77F-BE20-8667-05CF-CE5867187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5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32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86CFB-C4C7-672B-BA0E-B2903C61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666DD54-ECCC-7CC5-792B-A7929208138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3EAA0072-C185-DB2B-E8F0-3A643B1A6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2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716271A9-0031-B957-A08A-98732B051DC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76350" y="4981575"/>
            <a:ext cx="322897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Nouvelle </a:t>
            </a:r>
            <a:r>
              <a:rPr lang="en-US" sz="2400" dirty="0" err="1">
                <a:solidFill>
                  <a:srgbClr val="FFFFFF"/>
                </a:solidFill>
              </a:rPr>
              <a:t>Demande</a:t>
            </a:r>
            <a:endParaRPr lang="en-US" sz="24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50DB4B8-D0A0-88CE-E650-30AF0B3A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4235B2-B3DB-4E04-ABDF-6B6260C47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5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829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E7D09-02A2-071A-CFE0-B15FF9E82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4FCC4E5-F183-DEA9-B06A-FB836B3E537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A10A816C-8DFC-3A37-9B5D-DD480ACFE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2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01A171AB-5393-5406-102F-FF455DE6D99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76350" y="4981575"/>
            <a:ext cx="322897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 err="1">
                <a:solidFill>
                  <a:srgbClr val="FFFFFF"/>
                </a:solidFill>
              </a:rPr>
              <a:t>Accès</a:t>
            </a:r>
            <a:r>
              <a:rPr lang="en-US" sz="2400" dirty="0">
                <a:solidFill>
                  <a:srgbClr val="FFFFFF"/>
                </a:solidFill>
              </a:rPr>
              <a:t> à </a:t>
            </a:r>
            <a:r>
              <a:rPr lang="en-US" sz="2400" dirty="0" err="1">
                <a:solidFill>
                  <a:srgbClr val="FFFFFF"/>
                </a:solidFill>
              </a:rPr>
              <a:t>notre</a:t>
            </a:r>
            <a:r>
              <a:rPr lang="en-US" sz="2400" dirty="0">
                <a:solidFill>
                  <a:srgbClr val="FFFFFF"/>
                </a:solidFill>
              </a:rPr>
              <a:t> dossier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EDB418-44E7-E482-C207-E008D3EA3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5734B44-4E9A-6242-1804-4E52AA301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5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39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9B94A-A0F2-736C-131E-6C8CFCFA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F2E8944-D027-37E1-DED9-C1D419EA342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"/>
            <a:ext cx="12192000" cy="6848473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55278F0C-A21C-025C-4CA1-928B40939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2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E35FE372-BFFE-AA5B-9EF8-160A824C40A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76350" y="4981575"/>
            <a:ext cx="322897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Mes documents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90A309-966A-07E8-875A-B19C192B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E31F2D-5D70-3FBB-2E53-22D639B2C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5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676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5C2AE-A5AA-A435-C79A-FDE9AD83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FACC118-E921-F64F-9DF5-D3F6E067DF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1DC9253F-0156-6E7B-72B9-AB23BEFA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2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735031B1-6387-B113-B87A-2032C433B64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82880" y="4981575"/>
            <a:ext cx="432244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Aperçu des </a:t>
            </a:r>
            <a:r>
              <a:rPr lang="en-US" sz="2400" dirty="0" err="1">
                <a:solidFill>
                  <a:srgbClr val="FFFFFF"/>
                </a:solidFill>
              </a:rPr>
              <a:t>suivi</a:t>
            </a:r>
            <a:r>
              <a:rPr lang="en-US" sz="2400" dirty="0">
                <a:solidFill>
                  <a:srgbClr val="FFFFFF"/>
                </a:solidFill>
              </a:rPr>
              <a:t> de </a:t>
            </a:r>
            <a:r>
              <a:rPr lang="en-US" sz="2400" dirty="0" err="1">
                <a:solidFill>
                  <a:srgbClr val="FFFFFF"/>
                </a:solidFill>
              </a:rPr>
              <a:t>demande</a:t>
            </a:r>
            <a:endParaRPr lang="en-US" sz="24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2998331-13B6-629A-396C-ADC79C653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EDE75B9-B7DD-0D1D-9DAB-427D98BBE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5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102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DD599-55B4-2E24-7655-2A865FA71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7B9A0CE7-2B65-687B-8065-30FA6C6C1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909A6F1C-0228-EE47-F5DE-0AE8C63A167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76350" y="4981575"/>
            <a:ext cx="322897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Nouvelle </a:t>
            </a:r>
            <a:r>
              <a:rPr lang="en-US" sz="2400" dirty="0" err="1">
                <a:solidFill>
                  <a:srgbClr val="FFFFFF"/>
                </a:solidFill>
              </a:rPr>
              <a:t>Demande</a:t>
            </a:r>
            <a:endParaRPr lang="en-US" sz="24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3153F3-B5E7-EBF2-C1A7-E5C81C518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3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D7D446-84B7-405F-F6F7-04B15865C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04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8AA37-51E9-DB19-04F4-C04BC00E6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11785B8D-CB4A-CB2F-9DCB-BEFF4392F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64AD35F0-9CF7-EEFF-4A1A-92228A44519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58368" y="4981575"/>
            <a:ext cx="3846958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Tableau de bord </a:t>
            </a:r>
            <a:r>
              <a:rPr lang="en-US" sz="2400" dirty="0" err="1">
                <a:solidFill>
                  <a:srgbClr val="FFFFFF"/>
                </a:solidFill>
              </a:rPr>
              <a:t>Utilisateur</a:t>
            </a:r>
            <a:endParaRPr lang="en-US" sz="24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7CFA12F-0742-8F0D-FB2B-D19F41E64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3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38175CF-CEA8-6634-EC1C-89D9125B6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296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5A0D0-05A7-0C52-7F06-A6C54DDE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4D623803-3539-3FD5-BE3F-F0DE5D627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E77FD116-12FF-FBA2-DE68-44E2B24EC30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76350" y="4981575"/>
            <a:ext cx="322897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 err="1">
                <a:solidFill>
                  <a:srgbClr val="FFFFFF"/>
                </a:solidFill>
              </a:rPr>
              <a:t>Suivi</a:t>
            </a:r>
            <a:r>
              <a:rPr lang="en-US" sz="2400" dirty="0">
                <a:solidFill>
                  <a:srgbClr val="FFFFFF"/>
                </a:solidFill>
              </a:rPr>
              <a:t> des </a:t>
            </a:r>
            <a:r>
              <a:rPr lang="en-US" sz="2400" dirty="0" err="1">
                <a:solidFill>
                  <a:srgbClr val="FFFFFF"/>
                </a:solidFill>
              </a:rPr>
              <a:t>demandes</a:t>
            </a:r>
            <a:endParaRPr lang="en-US" sz="24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96E590-6EBD-5983-EB8F-6A50054F5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3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38B441-C470-FBBB-31B4-496823E0D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71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F21EE-9F40-0B93-0237-A84220F5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EC97FAB4-5BA1-A491-C41D-51587E01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D7069C5A-A06E-D351-D392-AE058C6DA52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76350" y="4981575"/>
            <a:ext cx="322897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Gestion des clients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FDD71EC-F8EC-32CD-59F2-876FCE2CE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3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981207-3434-0AC2-9591-2A2E4B2D2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635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20F64-AF26-D847-D651-B1B5747C5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C8C0533-F1CF-1E29-DC31-F06A1A438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"/>
            <a:ext cx="12192000" cy="6854825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E23052B3-0DF8-70DB-1EE0-7435BAF66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75200"/>
            <a:ext cx="4838700" cy="1323975"/>
          </a:xfrm>
          <a:custGeom>
            <a:avLst/>
            <a:gdLst>
              <a:gd name="connsiteX0" fmla="*/ 0 w 4838700"/>
              <a:gd name="connsiteY0" fmla="*/ 0 h 1323975"/>
              <a:gd name="connsiteX1" fmla="*/ 4838700 w 4838700"/>
              <a:gd name="connsiteY1" fmla="*/ 0 h 1323975"/>
              <a:gd name="connsiteX2" fmla="*/ 4838700 w 4838700"/>
              <a:gd name="connsiteY2" fmla="*/ 78123 h 1323975"/>
              <a:gd name="connsiteX3" fmla="*/ 4822272 w 4838700"/>
              <a:gd name="connsiteY3" fmla="*/ 81440 h 1323975"/>
              <a:gd name="connsiteX4" fmla="*/ 4781550 w 4838700"/>
              <a:gd name="connsiteY4" fmla="*/ 142875 h 1323975"/>
              <a:gd name="connsiteX5" fmla="*/ 4822272 w 4838700"/>
              <a:gd name="connsiteY5" fmla="*/ 204311 h 1323975"/>
              <a:gd name="connsiteX6" fmla="*/ 4838700 w 4838700"/>
              <a:gd name="connsiteY6" fmla="*/ 207627 h 1323975"/>
              <a:gd name="connsiteX7" fmla="*/ 4838700 w 4838700"/>
              <a:gd name="connsiteY7" fmla="*/ 287197 h 1323975"/>
              <a:gd name="connsiteX8" fmla="*/ 4822272 w 4838700"/>
              <a:gd name="connsiteY8" fmla="*/ 290514 h 1323975"/>
              <a:gd name="connsiteX9" fmla="*/ 4781550 w 4838700"/>
              <a:gd name="connsiteY9" fmla="*/ 351949 h 1323975"/>
              <a:gd name="connsiteX10" fmla="*/ 4822272 w 4838700"/>
              <a:gd name="connsiteY10" fmla="*/ 413385 h 1323975"/>
              <a:gd name="connsiteX11" fmla="*/ 4838700 w 4838700"/>
              <a:gd name="connsiteY11" fmla="*/ 416701 h 1323975"/>
              <a:gd name="connsiteX12" fmla="*/ 4838700 w 4838700"/>
              <a:gd name="connsiteY12" fmla="*/ 496271 h 1323975"/>
              <a:gd name="connsiteX13" fmla="*/ 4822272 w 4838700"/>
              <a:gd name="connsiteY13" fmla="*/ 499588 h 1323975"/>
              <a:gd name="connsiteX14" fmla="*/ 4781550 w 4838700"/>
              <a:gd name="connsiteY14" fmla="*/ 561023 h 1323975"/>
              <a:gd name="connsiteX15" fmla="*/ 4822272 w 4838700"/>
              <a:gd name="connsiteY15" fmla="*/ 622459 h 1323975"/>
              <a:gd name="connsiteX16" fmla="*/ 4838700 w 4838700"/>
              <a:gd name="connsiteY16" fmla="*/ 625775 h 1323975"/>
              <a:gd name="connsiteX17" fmla="*/ 4838700 w 4838700"/>
              <a:gd name="connsiteY17" fmla="*/ 705345 h 1323975"/>
              <a:gd name="connsiteX18" fmla="*/ 4822272 w 4838700"/>
              <a:gd name="connsiteY18" fmla="*/ 708662 h 1323975"/>
              <a:gd name="connsiteX19" fmla="*/ 4781550 w 4838700"/>
              <a:gd name="connsiteY19" fmla="*/ 770097 h 1323975"/>
              <a:gd name="connsiteX20" fmla="*/ 4822272 w 4838700"/>
              <a:gd name="connsiteY20" fmla="*/ 831533 h 1323975"/>
              <a:gd name="connsiteX21" fmla="*/ 4838700 w 4838700"/>
              <a:gd name="connsiteY21" fmla="*/ 834849 h 1323975"/>
              <a:gd name="connsiteX22" fmla="*/ 4838700 w 4838700"/>
              <a:gd name="connsiteY22" fmla="*/ 914419 h 1323975"/>
              <a:gd name="connsiteX23" fmla="*/ 4822272 w 4838700"/>
              <a:gd name="connsiteY23" fmla="*/ 917736 h 1323975"/>
              <a:gd name="connsiteX24" fmla="*/ 4781550 w 4838700"/>
              <a:gd name="connsiteY24" fmla="*/ 979171 h 1323975"/>
              <a:gd name="connsiteX25" fmla="*/ 4822272 w 4838700"/>
              <a:gd name="connsiteY25" fmla="*/ 1040607 h 1323975"/>
              <a:gd name="connsiteX26" fmla="*/ 4838700 w 4838700"/>
              <a:gd name="connsiteY26" fmla="*/ 1043923 h 1323975"/>
              <a:gd name="connsiteX27" fmla="*/ 4838700 w 4838700"/>
              <a:gd name="connsiteY27" fmla="*/ 1123491 h 1323975"/>
              <a:gd name="connsiteX28" fmla="*/ 4822272 w 4838700"/>
              <a:gd name="connsiteY28" fmla="*/ 1126808 h 1323975"/>
              <a:gd name="connsiteX29" fmla="*/ 4781550 w 4838700"/>
              <a:gd name="connsiteY29" fmla="*/ 1188243 h 1323975"/>
              <a:gd name="connsiteX30" fmla="*/ 4822272 w 4838700"/>
              <a:gd name="connsiteY30" fmla="*/ 1249679 h 1323975"/>
              <a:gd name="connsiteX31" fmla="*/ 4838700 w 4838700"/>
              <a:gd name="connsiteY31" fmla="*/ 1252995 h 1323975"/>
              <a:gd name="connsiteX32" fmla="*/ 4838700 w 4838700"/>
              <a:gd name="connsiteY32" fmla="*/ 1323975 h 1323975"/>
              <a:gd name="connsiteX33" fmla="*/ 0 w 4838700"/>
              <a:gd name="connsiteY33" fmla="*/ 1323975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838700" h="1323975">
                <a:moveTo>
                  <a:pt x="0" y="0"/>
                </a:moveTo>
                <a:lnTo>
                  <a:pt x="4838700" y="0"/>
                </a:lnTo>
                <a:lnTo>
                  <a:pt x="4838700" y="78123"/>
                </a:lnTo>
                <a:lnTo>
                  <a:pt x="4822272" y="81440"/>
                </a:lnTo>
                <a:cubicBezTo>
                  <a:pt x="4798341" y="91561"/>
                  <a:pt x="4781550" y="115257"/>
                  <a:pt x="4781550" y="142875"/>
                </a:cubicBezTo>
                <a:cubicBezTo>
                  <a:pt x="4781550" y="170493"/>
                  <a:pt x="4798341" y="194189"/>
                  <a:pt x="4822272" y="204311"/>
                </a:cubicBezTo>
                <a:lnTo>
                  <a:pt x="4838700" y="207627"/>
                </a:lnTo>
                <a:lnTo>
                  <a:pt x="4838700" y="287197"/>
                </a:lnTo>
                <a:lnTo>
                  <a:pt x="4822272" y="290514"/>
                </a:lnTo>
                <a:cubicBezTo>
                  <a:pt x="4798341" y="300635"/>
                  <a:pt x="4781550" y="324331"/>
                  <a:pt x="4781550" y="351949"/>
                </a:cubicBezTo>
                <a:cubicBezTo>
                  <a:pt x="4781550" y="379567"/>
                  <a:pt x="4798341" y="403263"/>
                  <a:pt x="4822272" y="413385"/>
                </a:cubicBezTo>
                <a:lnTo>
                  <a:pt x="4838700" y="416701"/>
                </a:lnTo>
                <a:lnTo>
                  <a:pt x="4838700" y="496271"/>
                </a:lnTo>
                <a:lnTo>
                  <a:pt x="4822272" y="499588"/>
                </a:lnTo>
                <a:cubicBezTo>
                  <a:pt x="4798341" y="509709"/>
                  <a:pt x="4781550" y="533405"/>
                  <a:pt x="4781550" y="561023"/>
                </a:cubicBezTo>
                <a:cubicBezTo>
                  <a:pt x="4781550" y="588641"/>
                  <a:pt x="4798341" y="612337"/>
                  <a:pt x="4822272" y="622459"/>
                </a:cubicBezTo>
                <a:lnTo>
                  <a:pt x="4838700" y="625775"/>
                </a:lnTo>
                <a:lnTo>
                  <a:pt x="4838700" y="705345"/>
                </a:lnTo>
                <a:lnTo>
                  <a:pt x="4822272" y="708662"/>
                </a:lnTo>
                <a:cubicBezTo>
                  <a:pt x="4798341" y="718783"/>
                  <a:pt x="4781550" y="742479"/>
                  <a:pt x="4781550" y="770097"/>
                </a:cubicBezTo>
                <a:cubicBezTo>
                  <a:pt x="4781550" y="797715"/>
                  <a:pt x="4798341" y="821411"/>
                  <a:pt x="4822272" y="831533"/>
                </a:cubicBezTo>
                <a:lnTo>
                  <a:pt x="4838700" y="834849"/>
                </a:lnTo>
                <a:lnTo>
                  <a:pt x="4838700" y="914419"/>
                </a:lnTo>
                <a:lnTo>
                  <a:pt x="4822272" y="917736"/>
                </a:lnTo>
                <a:cubicBezTo>
                  <a:pt x="4798341" y="927857"/>
                  <a:pt x="4781550" y="951553"/>
                  <a:pt x="4781550" y="979171"/>
                </a:cubicBezTo>
                <a:cubicBezTo>
                  <a:pt x="4781550" y="1006789"/>
                  <a:pt x="4798341" y="1030485"/>
                  <a:pt x="4822272" y="1040607"/>
                </a:cubicBezTo>
                <a:lnTo>
                  <a:pt x="4838700" y="1043923"/>
                </a:lnTo>
                <a:lnTo>
                  <a:pt x="4838700" y="1123491"/>
                </a:lnTo>
                <a:lnTo>
                  <a:pt x="4822272" y="1126808"/>
                </a:lnTo>
                <a:cubicBezTo>
                  <a:pt x="4798341" y="1136929"/>
                  <a:pt x="4781550" y="1160625"/>
                  <a:pt x="4781550" y="1188243"/>
                </a:cubicBezTo>
                <a:cubicBezTo>
                  <a:pt x="4781550" y="1215861"/>
                  <a:pt x="4798341" y="1239557"/>
                  <a:pt x="4822272" y="1249679"/>
                </a:cubicBezTo>
                <a:lnTo>
                  <a:pt x="4838700" y="1252995"/>
                </a:lnTo>
                <a:lnTo>
                  <a:pt x="4838700" y="1323975"/>
                </a:lnTo>
                <a:lnTo>
                  <a:pt x="0" y="1323975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39099C61-35CC-8004-2D18-ADA2F5C727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76350" y="4981575"/>
            <a:ext cx="3228976" cy="860426"/>
          </a:xfrm>
          <a:prstGeom prst="rect">
            <a:avLst/>
          </a:prstGeom>
          <a:noFill/>
          <a:ln w="174625" cap="sq" cmpd="thinThick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Tableau de bord Admin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B2D7ABF-4C44-1792-F108-4037659F9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3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48768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AB167C6-139C-9572-33D7-5FF636EC5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custDataLst>
              <p:tags r:id="rId4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-1" y="5969000"/>
            <a:ext cx="4791456" cy="3175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253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8DA4CA-5546-B2D7-A7C2-70139E1E3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Architecture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2566C1-C54E-C990-B945-7FB9DCC53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CA" sz="2000"/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3040778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96EA39A-3153-BB7F-9089-3F1D8C4F7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Interface utilisateur (Frontend)</a:t>
            </a:r>
            <a:br>
              <a:rPr lang="fr-CA" sz="4000">
                <a:solidFill>
                  <a:srgbClr val="FFFFFF"/>
                </a:solidFill>
              </a:rPr>
            </a:b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0EE006-C64C-89BE-4FEE-7D4A9B1F0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/>
              <a:t>Application React (Vite), avec une navigation par rôles: client, utilisateur (employé), admin.</a:t>
            </a:r>
          </a:p>
          <a:p>
            <a:r>
              <a:rPr lang="fr-CA" sz="2000"/>
              <a:t>Le frontend affiche les écrans, récupère les données via API HTTP, et gère l’état de session (token, type d’utilisateur).</a:t>
            </a:r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789218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ECAA13-4C46-6EBA-FD13-47843A409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Serveur applicatif (Backend)</a:t>
            </a:r>
            <a:br>
              <a:rPr lang="fr-CA" sz="4000">
                <a:solidFill>
                  <a:srgbClr val="FFFFFF"/>
                </a:solidFill>
              </a:rPr>
            </a:b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F486B3-6605-3E82-9D37-5FB904521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/>
              <a:t>API REST Node.js avec Express.</a:t>
            </a:r>
          </a:p>
          <a:p>
            <a:r>
              <a:rPr lang="fr-CA" sz="2000"/>
              <a:t>Le serveur centralise la logique métier: authentification, gestion des dossiers, demandes, factures, documents, utilisateurs.</a:t>
            </a:r>
          </a:p>
          <a:p>
            <a:r>
              <a:rPr lang="fr-CA" sz="2000"/>
              <a:t>Le backend applique aussi les règles de sécurité (middlewares JWT + vérification des rôles).</a:t>
            </a:r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714449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9B89CC1-59C9-CB85-AAA4-4BEB84F7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Base de données</a:t>
            </a:r>
            <a:br>
              <a:rPr lang="fr-CA" sz="4000">
                <a:solidFill>
                  <a:srgbClr val="FFFFFF"/>
                </a:solidFill>
              </a:rPr>
            </a:b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D4E4AE-7827-6215-FB10-CDD654FE1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 dirty="0"/>
              <a:t>SQLite avec </a:t>
            </a:r>
            <a:r>
              <a:rPr lang="fr-CA" sz="2000" dirty="0" err="1"/>
              <a:t>Knex</a:t>
            </a:r>
            <a:r>
              <a:rPr lang="fr-CA" sz="2000" dirty="0"/>
              <a:t> pour l’accès et l’initialisation du schéma.</a:t>
            </a:r>
          </a:p>
          <a:p>
            <a:r>
              <a:rPr lang="fr-CA" sz="2000" dirty="0"/>
              <a:t>Modèle relationnel autour des entités clés: client, utilisateur, admin, dossier, </a:t>
            </a:r>
            <a:r>
              <a:rPr lang="fr-CA" sz="2000" dirty="0" err="1"/>
              <a:t>type_demande</a:t>
            </a:r>
            <a:r>
              <a:rPr lang="fr-CA" sz="2000" dirty="0"/>
              <a:t>, facture, document, note.</a:t>
            </a:r>
          </a:p>
          <a:p>
            <a:r>
              <a:rPr lang="fr-CA" sz="2000" dirty="0"/>
              <a:t>Initialisation automatique des tables au démarrage du serveur.</a:t>
            </a:r>
          </a:p>
          <a:p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3783817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044438-45E9-A3FF-A28C-266C89F2E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 b="1">
                <a:solidFill>
                  <a:srgbClr val="FFFFFF"/>
                </a:solidFill>
              </a:rPr>
              <a:t>L’organisation du projet</a:t>
            </a: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17EEC2-0A26-59E4-3B01-A49FF3C93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3030413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9DBEDA-4C83-D555-71D6-D6B193098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Partie client</a:t>
            </a:r>
            <a:br>
              <a:rPr lang="fr-CA" sz="4000">
                <a:solidFill>
                  <a:srgbClr val="FFFFFF"/>
                </a:solidFill>
              </a:rPr>
            </a:b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2AFA30-E95F-1911-5FA4-349B147FB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/>
              <a:t>composants UI, pages, routes, services d’appels API.</a:t>
            </a:r>
          </a:p>
          <a:p>
            <a:r>
              <a:rPr lang="fr-CA" sz="2000"/>
              <a:t>Séparation entre pages métier (dashboard, suivi, gestion demande) et utilitaires communs (auth/session/fetch).</a:t>
            </a:r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19196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AD1E24-A149-F4A2-7F72-DF12394A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Partie serveur</a:t>
            </a:r>
            <a:br>
              <a:rPr lang="fr-CA" sz="4000">
                <a:solidFill>
                  <a:srgbClr val="FFFFFF"/>
                </a:solidFill>
              </a:rPr>
            </a:b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E72658-578E-8010-30C3-162D2F7DF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/>
              <a:t>Entrée serveur (montage des routes + middlewares globaux).</a:t>
            </a:r>
          </a:p>
          <a:p>
            <a:r>
              <a:rPr lang="fr-CA" sz="2000"/>
              <a:t>Dossiers par domaine: routes, controllers, auth middleware, documentation API.</a:t>
            </a:r>
          </a:p>
          <a:p>
            <a:r>
              <a:rPr lang="fr-CA" sz="2000"/>
              <a:t>La logique est découpée par ressources métier (dossiers, demandes, factures, etc.).</a:t>
            </a:r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3878535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89343B9-A91C-1F8B-B6EC-3FF07E547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Données et documentation</a:t>
            </a:r>
            <a:br>
              <a:rPr lang="fr-CA" sz="4000">
                <a:solidFill>
                  <a:srgbClr val="FFFFFF"/>
                </a:solidFill>
              </a:rPr>
            </a:b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37476F-5E8D-6AB1-5EC8-A316C4E3B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/>
              <a:t>Schéma/initialisation de la base dans un module dédié.</a:t>
            </a:r>
          </a:p>
          <a:p>
            <a:r>
              <a:rPr lang="fr-CA" sz="2000"/>
              <a:t>Documentation API (Swagger/Postman) intégrée au projet.</a:t>
            </a:r>
          </a:p>
          <a:p>
            <a:r>
              <a:rPr lang="fr-CA" sz="2000"/>
              <a:t>Dossiers d’analyse/conception séparés pour la partie académique/fonctionnelle.</a:t>
            </a:r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2546630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CD56BE-3E4A-3ABE-5624-A8D51ABE7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 b="1">
                <a:solidFill>
                  <a:srgbClr val="FFFFFF"/>
                </a:solidFill>
              </a:rPr>
              <a:t>Les principaux choix réalisés</a:t>
            </a: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58DBAE-6385-18BB-766F-50E89D2AD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2726588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4259450-96F1-16FA-31F2-ED0217A8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 dirty="0">
                <a:solidFill>
                  <a:srgbClr val="FFFFFF"/>
                </a:solidFill>
              </a:rPr>
              <a:t>Architecture monolithique full-stack</a:t>
            </a:r>
            <a:br>
              <a:rPr lang="fr-CA" sz="4000" dirty="0">
                <a:solidFill>
                  <a:srgbClr val="FFFFFF"/>
                </a:solidFill>
              </a:rPr>
            </a:br>
            <a:endParaRPr lang="fr-CA" sz="4000" dirty="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521E48-2EC5-FBFB-8C5A-C5232FC3C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 dirty="0"/>
              <a:t>Un seul backend Express qui sert l’API et peut aussi servir le </a:t>
            </a:r>
            <a:r>
              <a:rPr lang="fr-CA" sz="2000" dirty="0" err="1"/>
              <a:t>build</a:t>
            </a:r>
            <a:r>
              <a:rPr lang="fr-CA" sz="2000" dirty="0"/>
              <a:t> frontend.</a:t>
            </a:r>
          </a:p>
          <a:p>
            <a:r>
              <a:rPr lang="fr-CA" sz="2000" dirty="0"/>
              <a:t>Choix simple à déployer et adapté à un projet académique/PME.</a:t>
            </a:r>
          </a:p>
          <a:p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16936672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30015DF-A0F1-C1F6-3FFB-F4CF31DE3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Sécurité par JWT + rôles</a:t>
            </a:r>
            <a:br>
              <a:rPr lang="fr-CA" sz="4000">
                <a:solidFill>
                  <a:srgbClr val="FFFFFF"/>
                </a:solidFill>
              </a:rPr>
            </a:b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EFF2C8-BE02-6083-110D-ED5A3A173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/>
              <a:t>Authentification stateless avec token.</a:t>
            </a:r>
          </a:p>
          <a:p>
            <a:r>
              <a:rPr lang="fr-CA" sz="2000"/>
              <a:t>Autorisation fine selon le rôle (client, employé, admin) et contrôle d’accès aux dossiers.</a:t>
            </a:r>
          </a:p>
          <a:p>
            <a:r>
              <a:rPr lang="fr-CA" sz="2000"/>
              <a:t>Permet de sécuriser les endpoints sensibles (facturation, gestion utilisateurs, etc.).</a:t>
            </a:r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3707230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4169858-18CC-11D4-C3EE-E1DC1D469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SQLite + Knex</a:t>
            </a:r>
            <a:br>
              <a:rPr lang="fr-CA" sz="4000">
                <a:solidFill>
                  <a:srgbClr val="FFFFFF"/>
                </a:solidFill>
              </a:rPr>
            </a:b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EDFECF-E02D-DD70-1745-3E53A71C5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/>
              <a:t>SQLite: rapide à mettre en place, léger pour développement/prototype.</a:t>
            </a:r>
          </a:p>
          <a:p>
            <a:r>
              <a:rPr lang="fr-CA" sz="2000"/>
              <a:t>Knex: requêtes SQL structurées, portabilité future vers PostgreSQL/MySQL plus facile.</a:t>
            </a:r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3947119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31BC62-FC36-6BCA-7F87-3F93AF229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Frontend React avec routage par espace métier</a:t>
            </a:r>
            <a:br>
              <a:rPr lang="fr-CA" sz="4000">
                <a:solidFill>
                  <a:srgbClr val="FFFFFF"/>
                </a:solidFill>
              </a:rPr>
            </a:b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DE9D8B-65F8-206D-9F24-C2EE1216E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/>
              <a:t>Parcours utilisateur séparés selon le profil.</a:t>
            </a:r>
          </a:p>
          <a:p>
            <a:r>
              <a:rPr lang="fr-CA" sz="2000"/>
              <a:t>Expérience plus claire: liste de suivi d’un côté, page dédiée pour gérer une demande de l’autre.</a:t>
            </a:r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4202516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342BAE8-5361-68E5-F13E-B111C6363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API orientée ressources métier</a:t>
            </a:r>
            <a:br>
              <a:rPr lang="fr-CA" sz="4000">
                <a:solidFill>
                  <a:srgbClr val="FFFFFF"/>
                </a:solidFill>
              </a:rPr>
            </a:b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BA5DC1-6BBD-562D-F6D3-C75AD628C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/>
              <a:t>Endpoints regroupés par domaine (demandes, dossiers, factures…).</a:t>
            </a:r>
          </a:p>
          <a:p>
            <a:r>
              <a:rPr lang="fr-CA" sz="2000"/>
              <a:t>Bonne lisibilité et extensibilité fonctionnelle.</a:t>
            </a:r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26791652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B504346-F4EF-DAA9-51F3-CEBE0FD25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Documentation intégrée</a:t>
            </a:r>
            <a:br>
              <a:rPr lang="fr-CA" sz="4000">
                <a:solidFill>
                  <a:srgbClr val="FFFFFF"/>
                </a:solidFill>
              </a:rPr>
            </a:br>
            <a:endParaRPr lang="fr-CA" sz="40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25EB8E-8991-B6F4-3B42-2F3CD8ECF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/>
              <a:t>Swagger/Postman inclus, ce qui facilite les tests API et la démonstration en présentation.</a:t>
            </a:r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26553988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fr-CA" sz="3600">
                <a:solidFill>
                  <a:schemeClr val="tx2"/>
                </a:solidFill>
              </a:rPr>
              <a:t>Défis rencontrés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fr-FR" sz="1800">
                <a:solidFill>
                  <a:schemeClr val="tx2"/>
                </a:solidFill>
              </a:rPr>
              <a:t>Gestion des permissions entre les différents rôles</a:t>
            </a:r>
          </a:p>
          <a:p>
            <a:r>
              <a:rPr lang="fr-FR" sz="1800">
                <a:solidFill>
                  <a:schemeClr val="tx2"/>
                </a:solidFill>
              </a:rPr>
              <a:t>Organisation des dossiers et documents</a:t>
            </a:r>
          </a:p>
          <a:p>
            <a:r>
              <a:rPr lang="fr-FR" sz="1800">
                <a:solidFill>
                  <a:schemeClr val="tx2"/>
                </a:solidFill>
              </a:rPr>
              <a:t>Sécurisation des routes API</a:t>
            </a:r>
          </a:p>
          <a:p>
            <a:r>
              <a:rPr lang="fr-FR" sz="1800">
                <a:solidFill>
                  <a:schemeClr val="tx2"/>
                </a:solidFill>
              </a:rPr>
              <a:t>Création d’une architecture backend claire</a:t>
            </a:r>
          </a:p>
          <a:p>
            <a:r>
              <a:rPr lang="fr-FR" sz="1800">
                <a:solidFill>
                  <a:schemeClr val="tx2"/>
                </a:solidFill>
              </a:rPr>
              <a:t>Travail d’équipe et intégration du frontend/backend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fr-CA" sz="360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fr-FR" sz="1800">
                <a:solidFill>
                  <a:schemeClr val="tx2"/>
                </a:solidFill>
              </a:rPr>
              <a:t>Notre plateforme simplifie les démarches d’immigration</a:t>
            </a:r>
          </a:p>
          <a:p>
            <a:r>
              <a:rPr lang="fr-FR" sz="1800">
                <a:solidFill>
                  <a:schemeClr val="tx2"/>
                </a:solidFill>
              </a:rPr>
              <a:t>Le système permet un meilleur suivi des dossiers</a:t>
            </a:r>
          </a:p>
          <a:p>
            <a:r>
              <a:rPr lang="fr-FR" sz="1800">
                <a:solidFill>
                  <a:schemeClr val="tx2"/>
                </a:solidFill>
              </a:rPr>
              <a:t>Les utilisateurs gagnent du temps grâce à la centralisation</a:t>
            </a:r>
          </a:p>
          <a:p>
            <a:r>
              <a:rPr lang="fr-FR" sz="1800">
                <a:solidFill>
                  <a:schemeClr val="tx2"/>
                </a:solidFill>
              </a:rPr>
              <a:t>Le projet nous a permis de développer nos compétences full-stack</a:t>
            </a:r>
          </a:p>
          <a:p>
            <a:r>
              <a:rPr lang="fr-FR" sz="1800">
                <a:solidFill>
                  <a:schemeClr val="tx2"/>
                </a:solidFill>
              </a:rPr>
              <a:t>Améliorations futures : paiements en ligne, notifications et hébergement cloud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E1A3504-3D36-4373-DB6B-0A5B4CF5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 dirty="0">
                <a:solidFill>
                  <a:srgbClr val="FFFFFF"/>
                </a:solidFill>
              </a:rPr>
              <a:t>Améliorations possibles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813290-1677-6F1D-85F5-DD9DF40B2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fr-CA" dirty="0"/>
              <a:t>Ajouter des tests automatisés:</a:t>
            </a:r>
          </a:p>
          <a:p>
            <a:r>
              <a:rPr lang="fr-CA" dirty="0"/>
              <a:t>Tests unitaires (logique métier)</a:t>
            </a:r>
          </a:p>
          <a:p>
            <a:r>
              <a:rPr lang="fr-CA" dirty="0"/>
              <a:t>Tests d’intégration API</a:t>
            </a:r>
          </a:p>
          <a:p>
            <a:r>
              <a:rPr lang="fr-CA" dirty="0"/>
              <a:t>Tests E2E sur les parcours clés (connexion, demande, suivi, facture)</a:t>
            </a:r>
          </a:p>
          <a:p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749093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DBC1CC-9D71-FF06-F353-A5F0F9E8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Fonctionnalités possibles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93E778-16ED-E8A9-C68C-C1A6AAE4D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CA" sz="2000"/>
              <a:t>Notifications automatiques:</a:t>
            </a:r>
          </a:p>
          <a:p>
            <a:pPr marL="0" indent="0">
              <a:buNone/>
            </a:pPr>
            <a:r>
              <a:rPr lang="fr-CA" sz="2000"/>
              <a:t>Email ou notifications in-app lors des changements de statut</a:t>
            </a:r>
          </a:p>
          <a:p>
            <a:pPr marL="0" indent="0">
              <a:buNone/>
            </a:pPr>
            <a:r>
              <a:rPr lang="fr-CA" sz="2000"/>
              <a:t>Alertes de facture proche de l’échéance</a:t>
            </a:r>
          </a:p>
          <a:p>
            <a:r>
              <a:rPr lang="fr-CA" sz="2000"/>
              <a:t>Espace messagerie client-agent:</a:t>
            </a:r>
          </a:p>
          <a:p>
            <a:pPr marL="0" indent="0">
              <a:buNone/>
            </a:pPr>
            <a:r>
              <a:rPr lang="fr-CA" sz="2000"/>
              <a:t>Chat lié à chaque dossier/demande</a:t>
            </a:r>
          </a:p>
          <a:p>
            <a:pPr marL="0" indent="0">
              <a:buNone/>
            </a:pPr>
            <a:r>
              <a:rPr lang="fr-CA" sz="2000"/>
              <a:t>Historique des échanges</a:t>
            </a:r>
          </a:p>
          <a:p>
            <a:endParaRPr lang="fr-CA" sz="2000"/>
          </a:p>
        </p:txBody>
      </p:sp>
    </p:spTree>
    <p:extLst>
      <p:ext uri="{BB962C8B-B14F-4D97-AF65-F5344CB8AC3E}">
        <p14:creationId xmlns:p14="http://schemas.microsoft.com/office/powerpoint/2010/main" val="39458526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822</Words>
  <Application>Microsoft Office PowerPoint</Application>
  <PresentationFormat>Grand écran</PresentationFormat>
  <Paragraphs>113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Thème Office</vt:lpstr>
      <vt:lpstr>Site d’immigration</vt:lpstr>
      <vt:lpstr>Objectif du projet</vt:lpstr>
      <vt:lpstr>Description de l’application</vt:lpstr>
      <vt:lpstr>Technologies utilisées</vt:lpstr>
      <vt:lpstr>Gestion des rôles et sécurité</vt:lpstr>
      <vt:lpstr>Aperçu de notre site</vt:lpstr>
      <vt:lpstr>Page d’accueil</vt:lpstr>
      <vt:lpstr>Page de connexion</vt:lpstr>
      <vt:lpstr>Page d’inscription</vt:lpstr>
      <vt:lpstr>Tableau de bord Client</vt:lpstr>
      <vt:lpstr>Nouvelle Demande</vt:lpstr>
      <vt:lpstr>Accès à notre dossier</vt:lpstr>
      <vt:lpstr>Mes documents</vt:lpstr>
      <vt:lpstr>Aperçu des suivi de demande</vt:lpstr>
      <vt:lpstr>Nouvelle Demande</vt:lpstr>
      <vt:lpstr>Tableau de bord Utilisateur</vt:lpstr>
      <vt:lpstr>Suivi des demandes</vt:lpstr>
      <vt:lpstr>Gestion des clients</vt:lpstr>
      <vt:lpstr>Tableau de bord Admin</vt:lpstr>
      <vt:lpstr>Architecture du projet</vt:lpstr>
      <vt:lpstr>Interface utilisateur (Frontend) </vt:lpstr>
      <vt:lpstr>Serveur applicatif (Backend) </vt:lpstr>
      <vt:lpstr>Base de données </vt:lpstr>
      <vt:lpstr>L’organisation du projet</vt:lpstr>
      <vt:lpstr>Partie client </vt:lpstr>
      <vt:lpstr>Partie serveur </vt:lpstr>
      <vt:lpstr>Données et documentation </vt:lpstr>
      <vt:lpstr>Les principaux choix réalisés</vt:lpstr>
      <vt:lpstr>Architecture monolithique full-stack </vt:lpstr>
      <vt:lpstr>Sécurité par JWT + rôles </vt:lpstr>
      <vt:lpstr>SQLite + Knex </vt:lpstr>
      <vt:lpstr>Frontend React avec routage par espace métier </vt:lpstr>
      <vt:lpstr>API orientée ressources métier </vt:lpstr>
      <vt:lpstr>Documentation intégrée </vt:lpstr>
      <vt:lpstr>Défis rencontrés</vt:lpstr>
      <vt:lpstr>Conclusion</vt:lpstr>
      <vt:lpstr>Améliorations possibles</vt:lpstr>
      <vt:lpstr>Fonctionnalités possibles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Pelletier, Xavier</dc:creator>
  <cp:lastModifiedBy>Gouife A Djiben, Eric Christian</cp:lastModifiedBy>
  <cp:revision>6</cp:revision>
  <dcterms:created xsi:type="dcterms:W3CDTF">2026-05-24T18:38:47Z</dcterms:created>
  <dcterms:modified xsi:type="dcterms:W3CDTF">2026-05-25T03:49:09Z</dcterms:modified>
</cp:coreProperties>
</file>